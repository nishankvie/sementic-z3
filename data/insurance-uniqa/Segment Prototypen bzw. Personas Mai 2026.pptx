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5" r:id="rId4"/>
  </p:sldMasterIdLst>
  <p:notesMasterIdLst>
    <p:notesMasterId r:id="rId8"/>
  </p:notesMasterIdLst>
  <p:handoutMasterIdLst>
    <p:handoutMasterId r:id="rId9"/>
  </p:handoutMasterIdLst>
  <p:sldIdLst>
    <p:sldId id="2147473576" r:id="rId5"/>
    <p:sldId id="2147473577" r:id="rId6"/>
    <p:sldId id="2147473578" r:id="rId7"/>
  </p:sldIdLst>
  <p:sldSz cx="12192000" cy="6858000"/>
  <p:notesSz cx="6858000" cy="9144000"/>
  <p:custDataLst>
    <p:tags r:id="rId1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C35EA4"/>
          </p15:clr>
        </p15:guide>
        <p15:guide id="2" orient="horz" pos="3792" userDrawn="1">
          <p15:clr>
            <a:srgbClr val="C35EA4"/>
          </p15:clr>
        </p15:guide>
        <p15:guide id="3" orient="horz" pos="936" userDrawn="1">
          <p15:clr>
            <a:srgbClr val="C35EA4"/>
          </p15:clr>
        </p15:guide>
        <p15:guide id="4" orient="horz" pos="2904" userDrawn="1">
          <p15:clr>
            <a:srgbClr val="C35EA4"/>
          </p15:clr>
        </p15:guide>
        <p15:guide id="5" pos="3840">
          <p15:clr>
            <a:srgbClr val="A4A3A4"/>
          </p15:clr>
        </p15:guide>
        <p15:guide id="6" orient="horz" pos="172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E2B3866-3417-64E0-A671-EDC437AAB640}" name="Martina Zöchner" initials="MZ" userId="S::martina.zoechner@reppublika.com::fc9965c7-b0af-4aed-a632-56fdf29dc5d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A685"/>
    <a:srgbClr val="F2610D"/>
    <a:srgbClr val="71ADFF"/>
    <a:srgbClr val="015CA9"/>
    <a:srgbClr val="F7FAFF"/>
    <a:srgbClr val="B3D9CB"/>
    <a:srgbClr val="FF9E66"/>
    <a:srgbClr val="005CA9"/>
    <a:srgbClr val="C0C0C0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57335A-7EB8-4BD0-B95A-BA307A8093CD}" v="2" dt="2026-05-28T09:54:19.016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4780"/>
  </p:normalViewPr>
  <p:slideViewPr>
    <p:cSldViewPr snapToGrid="0">
      <p:cViewPr varScale="1">
        <p:scale>
          <a:sx n="70" d="100"/>
          <a:sy n="70" d="100"/>
        </p:scale>
        <p:origin x="892" y="32"/>
      </p:cViewPr>
      <p:guideLst>
        <p:guide orient="horz" pos="1440"/>
        <p:guide orient="horz" pos="3792"/>
        <p:guide orient="horz" pos="936"/>
        <p:guide orient="horz" pos="2904"/>
        <p:guide pos="3840"/>
        <p:guide orient="horz" pos="17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ina Stratula" userId="d9bc7251-7bf1-4771-a1b5-3899a56dbd42" providerId="ADAL" clId="{959A5046-1D4B-40ED-BD52-BA87B2B0EE6F}"/>
    <pc:docChg chg="undo custSel addSld delSld modSld delMainMaster">
      <pc:chgData name="Sorina Stratula" userId="d9bc7251-7bf1-4771-a1b5-3899a56dbd42" providerId="ADAL" clId="{959A5046-1D4B-40ED-BD52-BA87B2B0EE6F}" dt="2026-05-28T09:54:29.583" v="455" actId="47"/>
      <pc:docMkLst>
        <pc:docMk/>
      </pc:docMkLst>
      <pc:sldChg chg="del">
        <pc:chgData name="Sorina Stratula" userId="d9bc7251-7bf1-4771-a1b5-3899a56dbd42" providerId="ADAL" clId="{959A5046-1D4B-40ED-BD52-BA87B2B0EE6F}" dt="2026-05-28T09:54:22.621" v="422" actId="47"/>
        <pc:sldMkLst>
          <pc:docMk/>
          <pc:sldMk cId="2471979589" sldId="2146848731"/>
        </pc:sldMkLst>
      </pc:sldChg>
      <pc:sldChg chg="del">
        <pc:chgData name="Sorina Stratula" userId="d9bc7251-7bf1-4771-a1b5-3899a56dbd42" providerId="ADAL" clId="{959A5046-1D4B-40ED-BD52-BA87B2B0EE6F}" dt="2026-05-28T09:54:23.585" v="427" actId="47"/>
        <pc:sldMkLst>
          <pc:docMk/>
          <pc:sldMk cId="1201417416" sldId="2146848984"/>
        </pc:sldMkLst>
      </pc:sldChg>
      <pc:sldChg chg="del">
        <pc:chgData name="Sorina Stratula" userId="d9bc7251-7bf1-4771-a1b5-3899a56dbd42" providerId="ADAL" clId="{959A5046-1D4B-40ED-BD52-BA87B2B0EE6F}" dt="2026-05-28T09:54:23.841" v="428" actId="47"/>
        <pc:sldMkLst>
          <pc:docMk/>
          <pc:sldMk cId="3148138170" sldId="2146848994"/>
        </pc:sldMkLst>
      </pc:sldChg>
      <pc:sldChg chg="del">
        <pc:chgData name="Sorina Stratula" userId="d9bc7251-7bf1-4771-a1b5-3899a56dbd42" providerId="ADAL" clId="{959A5046-1D4B-40ED-BD52-BA87B2B0EE6F}" dt="2026-05-28T09:54:23.975" v="429" actId="47"/>
        <pc:sldMkLst>
          <pc:docMk/>
          <pc:sldMk cId="3857649763" sldId="2146848995"/>
        </pc:sldMkLst>
      </pc:sldChg>
      <pc:sldChg chg="del">
        <pc:chgData name="Sorina Stratula" userId="d9bc7251-7bf1-4771-a1b5-3899a56dbd42" providerId="ADAL" clId="{959A5046-1D4B-40ED-BD52-BA87B2B0EE6F}" dt="2026-05-28T09:54:24.141" v="430" actId="47"/>
        <pc:sldMkLst>
          <pc:docMk/>
          <pc:sldMk cId="486639261" sldId="2146848997"/>
        </pc:sldMkLst>
      </pc:sldChg>
      <pc:sldChg chg="del">
        <pc:chgData name="Sorina Stratula" userId="d9bc7251-7bf1-4771-a1b5-3899a56dbd42" providerId="ADAL" clId="{959A5046-1D4B-40ED-BD52-BA87B2B0EE6F}" dt="2026-05-28T09:54:24.217" v="431" actId="47"/>
        <pc:sldMkLst>
          <pc:docMk/>
          <pc:sldMk cId="3244040536" sldId="2146849000"/>
        </pc:sldMkLst>
      </pc:sldChg>
      <pc:sldChg chg="del">
        <pc:chgData name="Sorina Stratula" userId="d9bc7251-7bf1-4771-a1b5-3899a56dbd42" providerId="ADAL" clId="{959A5046-1D4B-40ED-BD52-BA87B2B0EE6F}" dt="2026-05-28T09:54:24.679" v="433" actId="47"/>
        <pc:sldMkLst>
          <pc:docMk/>
          <pc:sldMk cId="2235613101" sldId="2146849001"/>
        </pc:sldMkLst>
      </pc:sldChg>
      <pc:sldChg chg="del">
        <pc:chgData name="Sorina Stratula" userId="d9bc7251-7bf1-4771-a1b5-3899a56dbd42" providerId="ADAL" clId="{959A5046-1D4B-40ED-BD52-BA87B2B0EE6F}" dt="2026-05-28T09:54:24.855" v="434" actId="47"/>
        <pc:sldMkLst>
          <pc:docMk/>
          <pc:sldMk cId="1445074469" sldId="2146849002"/>
        </pc:sldMkLst>
      </pc:sldChg>
      <pc:sldChg chg="del">
        <pc:chgData name="Sorina Stratula" userId="d9bc7251-7bf1-4771-a1b5-3899a56dbd42" providerId="ADAL" clId="{959A5046-1D4B-40ED-BD52-BA87B2B0EE6F}" dt="2026-05-28T09:54:25.063" v="435" actId="47"/>
        <pc:sldMkLst>
          <pc:docMk/>
          <pc:sldMk cId="1558565309" sldId="2146849003"/>
        </pc:sldMkLst>
      </pc:sldChg>
      <pc:sldChg chg="del">
        <pc:chgData name="Sorina Stratula" userId="d9bc7251-7bf1-4771-a1b5-3899a56dbd42" providerId="ADAL" clId="{959A5046-1D4B-40ED-BD52-BA87B2B0EE6F}" dt="2026-05-28T09:54:24.407" v="432" actId="47"/>
        <pc:sldMkLst>
          <pc:docMk/>
          <pc:sldMk cId="2485517342" sldId="2146849005"/>
        </pc:sldMkLst>
      </pc:sldChg>
      <pc:sldChg chg="del">
        <pc:chgData name="Sorina Stratula" userId="d9bc7251-7bf1-4771-a1b5-3899a56dbd42" providerId="ADAL" clId="{959A5046-1D4B-40ED-BD52-BA87B2B0EE6F}" dt="2026-05-28T09:54:25.148" v="436" actId="47"/>
        <pc:sldMkLst>
          <pc:docMk/>
          <pc:sldMk cId="567677394" sldId="2146849006"/>
        </pc:sldMkLst>
      </pc:sldChg>
      <pc:sldChg chg="del">
        <pc:chgData name="Sorina Stratula" userId="d9bc7251-7bf1-4771-a1b5-3899a56dbd42" providerId="ADAL" clId="{959A5046-1D4B-40ED-BD52-BA87B2B0EE6F}" dt="2026-05-28T09:54:25.240" v="437" actId="47"/>
        <pc:sldMkLst>
          <pc:docMk/>
          <pc:sldMk cId="4120047121" sldId="2146849007"/>
        </pc:sldMkLst>
      </pc:sldChg>
      <pc:sldChg chg="del">
        <pc:chgData name="Sorina Stratula" userId="d9bc7251-7bf1-4771-a1b5-3899a56dbd42" providerId="ADAL" clId="{959A5046-1D4B-40ED-BD52-BA87B2B0EE6F}" dt="2026-05-28T09:54:25.414" v="438" actId="47"/>
        <pc:sldMkLst>
          <pc:docMk/>
          <pc:sldMk cId="253911519" sldId="2146849008"/>
        </pc:sldMkLst>
      </pc:sldChg>
      <pc:sldChg chg="del">
        <pc:chgData name="Sorina Stratula" userId="d9bc7251-7bf1-4771-a1b5-3899a56dbd42" providerId="ADAL" clId="{959A5046-1D4B-40ED-BD52-BA87B2B0EE6F}" dt="2026-05-28T09:54:25.613" v="439" actId="47"/>
        <pc:sldMkLst>
          <pc:docMk/>
          <pc:sldMk cId="1988275620" sldId="2146849009"/>
        </pc:sldMkLst>
      </pc:sldChg>
      <pc:sldChg chg="del">
        <pc:chgData name="Sorina Stratula" userId="d9bc7251-7bf1-4771-a1b5-3899a56dbd42" providerId="ADAL" clId="{959A5046-1D4B-40ED-BD52-BA87B2B0EE6F}" dt="2026-05-28T09:54:25.776" v="440" actId="47"/>
        <pc:sldMkLst>
          <pc:docMk/>
          <pc:sldMk cId="345003779" sldId="2146849010"/>
        </pc:sldMkLst>
      </pc:sldChg>
      <pc:sldChg chg="del">
        <pc:chgData name="Sorina Stratula" userId="d9bc7251-7bf1-4771-a1b5-3899a56dbd42" providerId="ADAL" clId="{959A5046-1D4B-40ED-BD52-BA87B2B0EE6F}" dt="2026-05-28T09:54:25.844" v="441" actId="47"/>
        <pc:sldMkLst>
          <pc:docMk/>
          <pc:sldMk cId="2432351468" sldId="2146849011"/>
        </pc:sldMkLst>
      </pc:sldChg>
      <pc:sldChg chg="del">
        <pc:chgData name="Sorina Stratula" userId="d9bc7251-7bf1-4771-a1b5-3899a56dbd42" providerId="ADAL" clId="{959A5046-1D4B-40ED-BD52-BA87B2B0EE6F}" dt="2026-05-28T09:54:26.068" v="443" actId="47"/>
        <pc:sldMkLst>
          <pc:docMk/>
          <pc:sldMk cId="3044237837" sldId="2146849013"/>
        </pc:sldMkLst>
      </pc:sldChg>
      <pc:sldChg chg="del">
        <pc:chgData name="Sorina Stratula" userId="d9bc7251-7bf1-4771-a1b5-3899a56dbd42" providerId="ADAL" clId="{959A5046-1D4B-40ED-BD52-BA87B2B0EE6F}" dt="2026-05-28T09:54:26.216" v="444" actId="47"/>
        <pc:sldMkLst>
          <pc:docMk/>
          <pc:sldMk cId="1064567765" sldId="2146849014"/>
        </pc:sldMkLst>
      </pc:sldChg>
      <pc:sldChg chg="del">
        <pc:chgData name="Sorina Stratula" userId="d9bc7251-7bf1-4771-a1b5-3899a56dbd42" providerId="ADAL" clId="{959A5046-1D4B-40ED-BD52-BA87B2B0EE6F}" dt="2026-05-28T09:54:26.371" v="445" actId="47"/>
        <pc:sldMkLst>
          <pc:docMk/>
          <pc:sldMk cId="460778539" sldId="2146849015"/>
        </pc:sldMkLst>
      </pc:sldChg>
      <pc:sldChg chg="del">
        <pc:chgData name="Sorina Stratula" userId="d9bc7251-7bf1-4771-a1b5-3899a56dbd42" providerId="ADAL" clId="{959A5046-1D4B-40ED-BD52-BA87B2B0EE6F}" dt="2026-05-28T09:54:26.569" v="446" actId="47"/>
        <pc:sldMkLst>
          <pc:docMk/>
          <pc:sldMk cId="2934819185" sldId="2146849016"/>
        </pc:sldMkLst>
      </pc:sldChg>
      <pc:sldChg chg="del">
        <pc:chgData name="Sorina Stratula" userId="d9bc7251-7bf1-4771-a1b5-3899a56dbd42" providerId="ADAL" clId="{959A5046-1D4B-40ED-BD52-BA87B2B0EE6F}" dt="2026-05-28T09:54:25.929" v="442" actId="47"/>
        <pc:sldMkLst>
          <pc:docMk/>
          <pc:sldMk cId="1302368686" sldId="2146849017"/>
        </pc:sldMkLst>
      </pc:sldChg>
      <pc:sldChg chg="del">
        <pc:chgData name="Sorina Stratula" userId="d9bc7251-7bf1-4771-a1b5-3899a56dbd42" providerId="ADAL" clId="{959A5046-1D4B-40ED-BD52-BA87B2B0EE6F}" dt="2026-05-28T09:54:26.866" v="447" actId="47"/>
        <pc:sldMkLst>
          <pc:docMk/>
          <pc:sldMk cId="3046804270" sldId="2146849018"/>
        </pc:sldMkLst>
      </pc:sldChg>
      <pc:sldChg chg="del">
        <pc:chgData name="Sorina Stratula" userId="d9bc7251-7bf1-4771-a1b5-3899a56dbd42" providerId="ADAL" clId="{959A5046-1D4B-40ED-BD52-BA87B2B0EE6F}" dt="2026-05-28T09:54:26.987" v="448" actId="47"/>
        <pc:sldMkLst>
          <pc:docMk/>
          <pc:sldMk cId="357213891" sldId="2146849019"/>
        </pc:sldMkLst>
      </pc:sldChg>
      <pc:sldChg chg="del">
        <pc:chgData name="Sorina Stratula" userId="d9bc7251-7bf1-4771-a1b5-3899a56dbd42" providerId="ADAL" clId="{959A5046-1D4B-40ED-BD52-BA87B2B0EE6F}" dt="2026-05-28T09:54:27.195" v="449" actId="47"/>
        <pc:sldMkLst>
          <pc:docMk/>
          <pc:sldMk cId="2319446678" sldId="2146849020"/>
        </pc:sldMkLst>
      </pc:sldChg>
      <pc:sldChg chg="del">
        <pc:chgData name="Sorina Stratula" userId="d9bc7251-7bf1-4771-a1b5-3899a56dbd42" providerId="ADAL" clId="{959A5046-1D4B-40ED-BD52-BA87B2B0EE6F}" dt="2026-05-28T09:54:27.386" v="450" actId="47"/>
        <pc:sldMkLst>
          <pc:docMk/>
          <pc:sldMk cId="715232332" sldId="2146849021"/>
        </pc:sldMkLst>
      </pc:sldChg>
      <pc:sldChg chg="del">
        <pc:chgData name="Sorina Stratula" userId="d9bc7251-7bf1-4771-a1b5-3899a56dbd42" providerId="ADAL" clId="{959A5046-1D4B-40ED-BD52-BA87B2B0EE6F}" dt="2026-05-28T09:54:27.477" v="451" actId="47"/>
        <pc:sldMkLst>
          <pc:docMk/>
          <pc:sldMk cId="1608012227" sldId="2146849022"/>
        </pc:sldMkLst>
      </pc:sldChg>
      <pc:sldChg chg="del">
        <pc:chgData name="Sorina Stratula" userId="d9bc7251-7bf1-4771-a1b5-3899a56dbd42" providerId="ADAL" clId="{959A5046-1D4B-40ED-BD52-BA87B2B0EE6F}" dt="2026-05-28T09:54:27.808" v="452" actId="47"/>
        <pc:sldMkLst>
          <pc:docMk/>
          <pc:sldMk cId="640479535" sldId="2146849023"/>
        </pc:sldMkLst>
      </pc:sldChg>
      <pc:sldChg chg="del">
        <pc:chgData name="Sorina Stratula" userId="d9bc7251-7bf1-4771-a1b5-3899a56dbd42" providerId="ADAL" clId="{959A5046-1D4B-40ED-BD52-BA87B2B0EE6F}" dt="2026-05-28T09:54:28.367" v="453" actId="47"/>
        <pc:sldMkLst>
          <pc:docMk/>
          <pc:sldMk cId="3764499806" sldId="2146849024"/>
        </pc:sldMkLst>
      </pc:sldChg>
      <pc:sldChg chg="del">
        <pc:chgData name="Sorina Stratula" userId="d9bc7251-7bf1-4771-a1b5-3899a56dbd42" providerId="ADAL" clId="{959A5046-1D4B-40ED-BD52-BA87B2B0EE6F}" dt="2026-05-28T09:54:28.822" v="454" actId="47"/>
        <pc:sldMkLst>
          <pc:docMk/>
          <pc:sldMk cId="4016860664" sldId="2146849025"/>
        </pc:sldMkLst>
      </pc:sldChg>
      <pc:sldChg chg="del">
        <pc:chgData name="Sorina Stratula" userId="d9bc7251-7bf1-4771-a1b5-3899a56dbd42" providerId="ADAL" clId="{959A5046-1D4B-40ED-BD52-BA87B2B0EE6F}" dt="2026-05-28T09:54:29.583" v="455" actId="47"/>
        <pc:sldMkLst>
          <pc:docMk/>
          <pc:sldMk cId="2208771473" sldId="2146849026"/>
        </pc:sldMkLst>
      </pc:sldChg>
      <pc:sldChg chg="del">
        <pc:chgData name="Sorina Stratula" userId="d9bc7251-7bf1-4771-a1b5-3899a56dbd42" providerId="ADAL" clId="{959A5046-1D4B-40ED-BD52-BA87B2B0EE6F}" dt="2026-05-28T09:54:16.526" v="417" actId="47"/>
        <pc:sldMkLst>
          <pc:docMk/>
          <pc:sldMk cId="2469624909" sldId="2146849027"/>
        </pc:sldMkLst>
      </pc:sldChg>
      <pc:sldChg chg="del">
        <pc:chgData name="Sorina Stratula" userId="d9bc7251-7bf1-4771-a1b5-3899a56dbd42" providerId="ADAL" clId="{959A5046-1D4B-40ED-BD52-BA87B2B0EE6F}" dt="2026-05-28T09:54:22.848" v="423" actId="47"/>
        <pc:sldMkLst>
          <pc:docMk/>
          <pc:sldMk cId="2910929726" sldId="2146849028"/>
        </pc:sldMkLst>
      </pc:sldChg>
      <pc:sldChg chg="del">
        <pc:chgData name="Sorina Stratula" userId="d9bc7251-7bf1-4771-a1b5-3899a56dbd42" providerId="ADAL" clId="{959A5046-1D4B-40ED-BD52-BA87B2B0EE6F}" dt="2026-05-28T09:54:23.016" v="424" actId="47"/>
        <pc:sldMkLst>
          <pc:docMk/>
          <pc:sldMk cId="315050825" sldId="2146849029"/>
        </pc:sldMkLst>
      </pc:sldChg>
      <pc:sldChg chg="del">
        <pc:chgData name="Sorina Stratula" userId="d9bc7251-7bf1-4771-a1b5-3899a56dbd42" providerId="ADAL" clId="{959A5046-1D4B-40ED-BD52-BA87B2B0EE6F}" dt="2026-05-28T09:54:23.507" v="426" actId="47"/>
        <pc:sldMkLst>
          <pc:docMk/>
          <pc:sldMk cId="2810771062" sldId="2146849030"/>
        </pc:sldMkLst>
      </pc:sldChg>
      <pc:sldChg chg="del">
        <pc:chgData name="Sorina Stratula" userId="d9bc7251-7bf1-4771-a1b5-3899a56dbd42" providerId="ADAL" clId="{959A5046-1D4B-40ED-BD52-BA87B2B0EE6F}" dt="2026-05-28T09:54:23.475" v="425" actId="47"/>
        <pc:sldMkLst>
          <pc:docMk/>
          <pc:sldMk cId="331732894" sldId="2147473575"/>
        </pc:sldMkLst>
      </pc:sldChg>
      <pc:sldChg chg="delSp modSp add del mod">
        <pc:chgData name="Sorina Stratula" userId="d9bc7251-7bf1-4771-a1b5-3899a56dbd42" providerId="ADAL" clId="{959A5046-1D4B-40ED-BD52-BA87B2B0EE6F}" dt="2026-05-28T09:54:19.016" v="421"/>
        <pc:sldMkLst>
          <pc:docMk/>
          <pc:sldMk cId="920388233" sldId="2147473576"/>
        </pc:sldMkLst>
        <pc:graphicFrameChg chg="mod">
          <ac:chgData name="Sorina Stratula" userId="d9bc7251-7bf1-4771-a1b5-3899a56dbd42" providerId="ADAL" clId="{959A5046-1D4B-40ED-BD52-BA87B2B0EE6F}" dt="2026-05-28T09:54:19.016" v="421"/>
          <ac:graphicFrameMkLst>
            <pc:docMk/>
            <pc:sldMk cId="920388233" sldId="2147473576"/>
            <ac:graphicFrameMk id="11" creationId="{C557EE48-DA1E-DBDA-A37D-D5711A58A246}"/>
          </ac:graphicFrameMkLst>
        </pc:graphicFrameChg>
        <pc:picChg chg="del">
          <ac:chgData name="Sorina Stratula" userId="d9bc7251-7bf1-4771-a1b5-3899a56dbd42" providerId="ADAL" clId="{959A5046-1D4B-40ED-BD52-BA87B2B0EE6F}" dt="2026-05-28T09:54:07.470" v="415" actId="478"/>
          <ac:picMkLst>
            <pc:docMk/>
            <pc:sldMk cId="920388233" sldId="2147473576"/>
            <ac:picMk id="5" creationId="{CAD794D9-0506-C887-EB22-3E73073ADD84}"/>
          </ac:picMkLst>
        </pc:picChg>
      </pc:sldChg>
      <pc:sldChg chg="delSp add mod">
        <pc:chgData name="Sorina Stratula" userId="d9bc7251-7bf1-4771-a1b5-3899a56dbd42" providerId="ADAL" clId="{959A5046-1D4B-40ED-BD52-BA87B2B0EE6F}" dt="2026-05-28T09:54:10.326" v="416" actId="478"/>
        <pc:sldMkLst>
          <pc:docMk/>
          <pc:sldMk cId="841370281" sldId="2147473577"/>
        </pc:sldMkLst>
        <pc:picChg chg="del">
          <ac:chgData name="Sorina Stratula" userId="d9bc7251-7bf1-4771-a1b5-3899a56dbd42" providerId="ADAL" clId="{959A5046-1D4B-40ED-BD52-BA87B2B0EE6F}" dt="2026-05-28T09:54:10.326" v="416" actId="478"/>
          <ac:picMkLst>
            <pc:docMk/>
            <pc:sldMk cId="841370281" sldId="2147473577"/>
            <ac:picMk id="3" creationId="{82C358D3-EE89-E5C0-01D4-AE476CF768FE}"/>
          </ac:picMkLst>
        </pc:picChg>
      </pc:sldChg>
      <pc:sldChg chg="add">
        <pc:chgData name="Sorina Stratula" userId="d9bc7251-7bf1-4771-a1b5-3899a56dbd42" providerId="ADAL" clId="{959A5046-1D4B-40ED-BD52-BA87B2B0EE6F}" dt="2026-05-28T09:54:03.940" v="414"/>
        <pc:sldMkLst>
          <pc:docMk/>
          <pc:sldMk cId="3178696895" sldId="2147473578"/>
        </pc:sldMkLst>
      </pc:sldChg>
      <pc:sldMasterChg chg="del delSldLayout">
        <pc:chgData name="Sorina Stratula" userId="d9bc7251-7bf1-4771-a1b5-3899a56dbd42" providerId="ADAL" clId="{959A5046-1D4B-40ED-BD52-BA87B2B0EE6F}" dt="2026-05-28T09:54:23.475" v="425" actId="47"/>
        <pc:sldMasterMkLst>
          <pc:docMk/>
          <pc:sldMasterMk cId="1259528753" sldId="2147483959"/>
        </pc:sldMasterMkLst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1776979447" sldId="2147483960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2762200198" sldId="2147483961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3646119999" sldId="2147483962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1873238976" sldId="2147483963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3903877100" sldId="2147483964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3550876221" sldId="2147483965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2247212628" sldId="2147483966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1469613075" sldId="2147483967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3147717338" sldId="2147483968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764761284" sldId="2147483969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71494700" sldId="2147483970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650456520" sldId="2147483971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3214975753" sldId="2147483972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1763559876" sldId="2147483973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4000682515" sldId="2147483974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1071598865" sldId="2147483975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1649628280" sldId="2147483976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839851332" sldId="2147483977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3868045422" sldId="2147483978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2103424718" sldId="2147483979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2747053418" sldId="2147483980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1924197680" sldId="2147483981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2533461009" sldId="2147483982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1070967129" sldId="2147483983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1236926435" sldId="2147483984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1184957369" sldId="2147483985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800671752" sldId="2147483986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3354699784" sldId="2147483987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3361161279" sldId="2147483988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4174966703" sldId="2147483989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766562259" sldId="2147483990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1920444819" sldId="2147483991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2141037705" sldId="2147483992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56439591" sldId="2147483993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474492638" sldId="2147483994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1393289585" sldId="2147483995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3440433690" sldId="2147483996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2228051370" sldId="2147483997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1562886255" sldId="2147483998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955302208" sldId="2147483999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3004795030" sldId="2147484000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1617439144" sldId="2147484001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1863152295" sldId="2147484002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2152895106" sldId="2147484003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707148870" sldId="2147484004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559094354" sldId="2147484005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2920429747" sldId="2147484006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3109981404" sldId="2147484007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4291308088" sldId="2147484008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705470726" sldId="2147484009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3425239824" sldId="2147484010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42829452" sldId="2147484011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3162665113" sldId="2147484012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3973421632" sldId="2147484013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315538168" sldId="2147484014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2223470543" sldId="2147484015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1759525502" sldId="2147484016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396160203" sldId="2147484017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3193567366" sldId="2147484018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2089388524" sldId="2147484019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2167209384" sldId="2147484020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920072673" sldId="2147484021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3992564165" sldId="2147484022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4253046700" sldId="2147484023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1789364472" sldId="2147484024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637326112" sldId="2147484025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1400494215" sldId="2147484026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2560148526" sldId="2147484027"/>
          </pc:sldLayoutMkLst>
        </pc:sldLayoutChg>
        <pc:sldLayoutChg chg="del">
          <pc:chgData name="Sorina Stratula" userId="d9bc7251-7bf1-4771-a1b5-3899a56dbd42" providerId="ADAL" clId="{959A5046-1D4B-40ED-BD52-BA87B2B0EE6F}" dt="2026-05-28T09:54:23.475" v="425" actId="47"/>
          <pc:sldLayoutMkLst>
            <pc:docMk/>
            <pc:sldMasterMk cId="1259528753" sldId="2147483959"/>
            <pc:sldLayoutMk cId="2284190253" sldId="214748402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798420D-4018-4262-95A2-99274DD55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257238-49E0-400A-A411-31F210EBC8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C2F830-B0DB-46FC-86A3-B5C94899501D}" type="datetimeFigureOut">
              <a:rPr lang="de-AT" smtClean="0"/>
              <a:t>28.05.2026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5CE3B1-EA8A-48F6-A8E4-BE580BEE4B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975F84-9E32-45C3-9D20-7424B9AC9F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6E52E6-9B81-46F0-941E-7228A8D5C16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636956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EF3FD-4CB1-7B4C-BC52-3FB82BCF9752}" type="datetimeFigureOut">
              <a:rPr lang="de-AT" smtClean="0"/>
              <a:t>28.05.2026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E33D0-74F8-C740-82ED-4CC36B384B7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4292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700BD-49C5-A7B6-ECE9-C8C74DF8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95C1D5-22DD-AE71-8B6D-09D08E606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E3FB157-C3DD-8D7C-0580-CD7D23852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B82179-5827-98D2-3162-9D759BE3B3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51349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B483B-DD0E-BDF7-B262-27ED60F85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7CBE80F-B78E-16D5-9731-ADCCFA1F8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7E96A45-7856-CAEC-C73B-CF62310C5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118346-F5B1-3ECF-410F-B86D9A115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49571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1D5DC-257D-8D9E-E825-30E7A4329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044FFA5-AE5B-9406-A64C-FFF7B0209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520EDC0-7421-F549-F0C4-FEB0E1D94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38CF21-0D46-D5F9-5B28-219168DE6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98581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4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3.svg"/><Relationship Id="rId4" Type="http://schemas.openxmlformats.org/officeDocument/2006/relationships/image" Target="../media/image19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ED17B827-B2AA-7549-0910-6B786C39AB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2857" y="562798"/>
            <a:ext cx="2499093" cy="18511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A4C882EE-A21E-3AF4-AA03-AA805A1138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469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1 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A4C882EE-A21E-3AF4-AA03-AA805A1138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7A390CF-CECC-A174-3F3E-E9ECA0E253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4651" y="562344"/>
            <a:ext cx="2164400" cy="18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5823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1C9975E-B9E6-EA5D-363C-561E6EA890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2857" y="562798"/>
            <a:ext cx="2499093" cy="18511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85C03211-695A-6E0A-67AE-305C01B0BA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738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2 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85C03211-695A-6E0A-67AE-305C01B0BA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A8A2FD7-6EA3-FA2C-8B3B-E7A317D36C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4651" y="562344"/>
            <a:ext cx="2164400" cy="18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510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E6C689BF-E482-EE41-9AAD-256666DD751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096001" y="0"/>
            <a:ext cx="6096000" cy="68579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AT" noProof="0"/>
              <a:t>Bild in den Vordergrund bringen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D7D4DFF-73A4-21B0-51DB-F3E1347E54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81652244-3BA9-68C1-717E-551648C33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103967"/>
            <a:ext cx="5388783" cy="2492990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4F2ACA68-D895-99BE-6004-A6004F1E4A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6" y="5974576"/>
            <a:ext cx="5388782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5D3F69B6-0002-1521-94D1-899BAB54D54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292857" y="562798"/>
            <a:ext cx="2499093" cy="18511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6991B3A-3A01-9896-9BB0-CE11457692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989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3 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E6C689BF-E482-EE41-9AAD-256666DD751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096001" y="0"/>
            <a:ext cx="6096000" cy="68579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AT" noProof="0"/>
              <a:t>Bild in den Vordergrund bringen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D7D4DFF-73A4-21B0-51DB-F3E1347E54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81652244-3BA9-68C1-717E-551648C33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103967"/>
            <a:ext cx="5388783" cy="2492990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4F2ACA68-D895-99BE-6004-A6004F1E4A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6" y="5974576"/>
            <a:ext cx="5388782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6991B3A-3A01-9896-9BB0-CE11457692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5D3F69B6-0002-1521-94D1-899BAB54D54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624651" y="562344"/>
            <a:ext cx="2164400" cy="186185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1648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5DE2A2-1352-F19A-43A3-BE2B7A3EA75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292857" y="562798"/>
            <a:ext cx="2499093" cy="18511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02EB183F-1CEB-0327-D274-BBE0D6725E4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02949" y="345856"/>
            <a:ext cx="1833265" cy="31882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0222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4 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02EB183F-1CEB-0327-D274-BBE0D6725E4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02949" y="345856"/>
            <a:ext cx="1833265" cy="31882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0D368C3F-B71A-4AFE-5F30-35CA14B2E22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624651" y="562344"/>
            <a:ext cx="2164400" cy="186185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2567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gemeinsam besser leb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E3C9492-034D-5506-222F-6E44C964A86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429F7A40-D5EA-55AB-F952-99DF79B8F0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CBF93674-A1DF-C041-9015-68BDAFCCE66C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F31187EA-2973-C6A1-6FD2-A9DA6B3C7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52A069EC-9AC1-B424-CE74-26FA8BA58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F88123D-CBE3-D5ED-DCF7-9F6CEB62F9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3600" y="1339200"/>
            <a:ext cx="4024800" cy="41796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A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2946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5ACBF0"/>
          </p15:clr>
        </p15:guide>
        <p15:guide id="2" orient="horz" pos="3475">
          <p15:clr>
            <a:srgbClr val="5ACBF0"/>
          </p15:clr>
        </p15:guide>
        <p15:guide id="3" pos="2570">
          <p15:clr>
            <a:srgbClr val="5ACBF0"/>
          </p15:clr>
        </p15:guide>
        <p15:guide id="4" pos="5110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living better togeth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E3C9492-034D-5506-222F-6E44C964A86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429F7A40-D5EA-55AB-F952-99DF79B8F0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CBF93674-A1DF-C041-9015-68BDAFCCE66C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F31187EA-2973-C6A1-6FD2-A9DA6B3C7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52A069EC-9AC1-B424-CE74-26FA8BA58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6" name="Bildplatzhalter 25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BEFE6A99-D67F-2FFE-A8CC-F7B92A92C4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60" b="-1660"/>
          <a:stretch/>
        </p:blipFill>
        <p:spPr>
          <a:xfrm>
            <a:off x="4083600" y="1339200"/>
            <a:ext cx="4024800" cy="4179600"/>
          </a:xfrm>
          <a:prstGeom prst="rect">
            <a:avLst/>
          </a:prstGeom>
        </p:spPr>
      </p:pic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D9412C4B-F421-2862-BA8C-6EE38C1356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3600" y="1339200"/>
            <a:ext cx="4024800" cy="4179600"/>
          </a:xfr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A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1918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5ACBF0"/>
          </p15:clr>
        </p15:guide>
        <p15:guide id="2" orient="horz" pos="3475">
          <p15:clr>
            <a:srgbClr val="5ACBF0"/>
          </p15:clr>
        </p15:guide>
        <p15:guide id="3" pos="2570">
          <p15:clr>
            <a:srgbClr val="5ACBF0"/>
          </p15:clr>
        </p15:guide>
        <p15:guide id="4" pos="5110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meinsam besser leben 2 fes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3B66-C98F-7345-A02C-1F772B030CC7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517D1CD-E90A-6BE1-108F-325658C3A1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9" name="Grafik 8" descr="Ein Bild, das Schrift, Text, Grafiken, Kreis enthält.&#10;&#10;KI-generierte Inhalte können fehlerhaft sein.">
            <a:extLst>
              <a:ext uri="{FF2B5EF4-FFF2-40B4-BE49-F238E27FC236}">
                <a16:creationId xmlns:a16="http://schemas.microsoft.com/office/drawing/2014/main" id="{FC13C760-9D5E-C53C-4CA9-00B10F0E57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3600" y="1339200"/>
            <a:ext cx="4024800" cy="41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63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5ACBF0"/>
          </p15:clr>
        </p15:guide>
        <p15:guide id="2" orient="horz" pos="3475">
          <p15:clr>
            <a:srgbClr val="5ACBF0"/>
          </p15:clr>
        </p15:guide>
        <p15:guide id="3" pos="2570">
          <p15:clr>
            <a:srgbClr val="5ACBF0"/>
          </p15:clr>
        </p15:guide>
        <p15:guide id="4" pos="5110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ing better together 2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3B66-C98F-7345-A02C-1F772B030CC7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517D1CD-E90A-6BE1-108F-325658C3A1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7" name="Grafik 6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CD7B7549-2849-049A-CAE9-1D96B5BD55E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79874" y="1341438"/>
            <a:ext cx="4032251" cy="417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114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5ACBF0"/>
          </p15:clr>
        </p15:guide>
        <p15:guide id="2" orient="horz" pos="3475">
          <p15:clr>
            <a:srgbClr val="5ACBF0"/>
          </p15:clr>
        </p15:guide>
        <p15:guide id="3" pos="2570">
          <p15:clr>
            <a:srgbClr val="5ACBF0"/>
          </p15:clr>
        </p15:guide>
        <p15:guide id="4" pos="5110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4 Punk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5" y="951996"/>
            <a:ext cx="5197809" cy="505910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de-AT" noProof="0"/>
              <a:t>Agenda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4AF5E9CE-C6C0-2FE0-AF3B-1BB86FD42B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951995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1</a:t>
            </a:r>
          </a:p>
        </p:txBody>
      </p:sp>
      <p:sp>
        <p:nvSpPr>
          <p:cNvPr id="31" name="Textplatzhalter 26">
            <a:extLst>
              <a:ext uri="{FF2B5EF4-FFF2-40B4-BE49-F238E27FC236}">
                <a16:creationId xmlns:a16="http://schemas.microsoft.com/office/drawing/2014/main" id="{95DE74C7-EEF6-7F93-266F-476A210FA5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2314325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2</a:t>
            </a:r>
          </a:p>
        </p:txBody>
      </p:sp>
      <p:sp>
        <p:nvSpPr>
          <p:cNvPr id="32" name="Textplatzhalter 26">
            <a:extLst>
              <a:ext uri="{FF2B5EF4-FFF2-40B4-BE49-F238E27FC236}">
                <a16:creationId xmlns:a16="http://schemas.microsoft.com/office/drawing/2014/main" id="{DAA80D19-9AC4-DBBD-2C7C-9DEB9DD0AB5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3676655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3</a:t>
            </a:r>
          </a:p>
        </p:txBody>
      </p:sp>
      <p:sp>
        <p:nvSpPr>
          <p:cNvPr id="33" name="Textplatzhalter 26">
            <a:extLst>
              <a:ext uri="{FF2B5EF4-FFF2-40B4-BE49-F238E27FC236}">
                <a16:creationId xmlns:a16="http://schemas.microsoft.com/office/drawing/2014/main" id="{9E88F120-40FF-4AD1-58E6-E03E082F97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038984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4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90D9284E-E7C7-09CC-D097-9F1D43C151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76011" y="1423692"/>
            <a:ext cx="4915937" cy="786219"/>
          </a:xfrm>
        </p:spPr>
        <p:txBody>
          <a:bodyPr>
            <a:normAutofit/>
          </a:bodyPr>
          <a:lstStyle>
            <a:lvl1pPr marL="184150" indent="-184150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600"/>
            </a:lvl1pPr>
          </a:lstStyle>
          <a:p>
            <a:pPr lvl="0"/>
            <a:r>
              <a:rPr lang="de-AT" noProof="0" err="1"/>
              <a:t>Subitem</a:t>
            </a:r>
            <a:endParaRPr lang="de-AT" noProof="0"/>
          </a:p>
        </p:txBody>
      </p:sp>
      <p:sp>
        <p:nvSpPr>
          <p:cNvPr id="53" name="Textplatzhalter 51">
            <a:extLst>
              <a:ext uri="{FF2B5EF4-FFF2-40B4-BE49-F238E27FC236}">
                <a16:creationId xmlns:a16="http://schemas.microsoft.com/office/drawing/2014/main" id="{CF02CD1F-69C0-4AB7-599A-E03ED655E9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76011" y="2787017"/>
            <a:ext cx="4915937" cy="786219"/>
          </a:xfrm>
        </p:spPr>
        <p:txBody>
          <a:bodyPr>
            <a:normAutofit/>
          </a:bodyPr>
          <a:lstStyle>
            <a:lvl1pPr marL="184150" indent="-184150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600"/>
            </a:lvl1pPr>
          </a:lstStyle>
          <a:p>
            <a:pPr lvl="0"/>
            <a:r>
              <a:rPr lang="de-AT" noProof="0" err="1"/>
              <a:t>Subitem</a:t>
            </a:r>
            <a:endParaRPr lang="de-AT" noProof="0"/>
          </a:p>
        </p:txBody>
      </p:sp>
      <p:sp>
        <p:nvSpPr>
          <p:cNvPr id="54" name="Textplatzhalter 51">
            <a:extLst>
              <a:ext uri="{FF2B5EF4-FFF2-40B4-BE49-F238E27FC236}">
                <a16:creationId xmlns:a16="http://schemas.microsoft.com/office/drawing/2014/main" id="{ED320F84-C880-2B5B-DCCA-09CF03CD10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76011" y="4147120"/>
            <a:ext cx="4915937" cy="786219"/>
          </a:xfrm>
        </p:spPr>
        <p:txBody>
          <a:bodyPr>
            <a:normAutofit/>
          </a:bodyPr>
          <a:lstStyle>
            <a:lvl1pPr marL="184150" indent="-184150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600"/>
            </a:lvl1pPr>
          </a:lstStyle>
          <a:p>
            <a:pPr lvl="0"/>
            <a:r>
              <a:rPr lang="de-AT" noProof="0" err="1"/>
              <a:t>Subitem</a:t>
            </a:r>
            <a:endParaRPr lang="de-AT" noProof="0"/>
          </a:p>
        </p:txBody>
      </p:sp>
      <p:sp>
        <p:nvSpPr>
          <p:cNvPr id="55" name="Textplatzhalter 51">
            <a:extLst>
              <a:ext uri="{FF2B5EF4-FFF2-40B4-BE49-F238E27FC236}">
                <a16:creationId xmlns:a16="http://schemas.microsoft.com/office/drawing/2014/main" id="{917E45F7-2FAB-862E-819F-DAAD8D897EF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76011" y="5510446"/>
            <a:ext cx="4915937" cy="786219"/>
          </a:xfrm>
        </p:spPr>
        <p:txBody>
          <a:bodyPr>
            <a:normAutofit/>
          </a:bodyPr>
          <a:lstStyle>
            <a:lvl1pPr marL="184150" indent="-184150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600"/>
            </a:lvl1pPr>
          </a:lstStyle>
          <a:p>
            <a:pPr lvl="0"/>
            <a:r>
              <a:rPr lang="de-AT" noProof="0" err="1"/>
              <a:t>Subitem</a:t>
            </a:r>
            <a:endParaRPr lang="de-AT" noProof="0"/>
          </a:p>
        </p:txBody>
      </p:sp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8E30D0CC-E9D2-0B98-1CBD-C81D559298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6012" y="983774"/>
            <a:ext cx="4915937" cy="494443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37" name="Textplatzhalter 34">
            <a:extLst>
              <a:ext uri="{FF2B5EF4-FFF2-40B4-BE49-F238E27FC236}">
                <a16:creationId xmlns:a16="http://schemas.microsoft.com/office/drawing/2014/main" id="{BC3D6733-D616-8406-7243-CA9ED3D71F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76012" y="2346104"/>
            <a:ext cx="4915937" cy="494443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38" name="Textplatzhalter 34">
            <a:extLst>
              <a:ext uri="{FF2B5EF4-FFF2-40B4-BE49-F238E27FC236}">
                <a16:creationId xmlns:a16="http://schemas.microsoft.com/office/drawing/2014/main" id="{B4360482-7D98-5BA3-B625-1339338F0B6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76012" y="3708434"/>
            <a:ext cx="4915937" cy="494443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39" name="Textplatzhalter 34">
            <a:extLst>
              <a:ext uri="{FF2B5EF4-FFF2-40B4-BE49-F238E27FC236}">
                <a16:creationId xmlns:a16="http://schemas.microsoft.com/office/drawing/2014/main" id="{7CF1074D-5F7F-4D04-872A-8A7A577470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76012" y="5070763"/>
            <a:ext cx="4915937" cy="494443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A343054-5F5C-6EE3-108B-EB51E422B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542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5ACBF0"/>
          </p15:clr>
        </p15:guide>
        <p15:guide id="2" orient="horz" pos="595" userDrawn="1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6 Punk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de-AT" noProof="0"/>
              <a:t>Agenda</a:t>
            </a:r>
          </a:p>
        </p:txBody>
      </p:sp>
      <p:sp>
        <p:nvSpPr>
          <p:cNvPr id="21" name="Textplatzhalter 26">
            <a:extLst>
              <a:ext uri="{FF2B5EF4-FFF2-40B4-BE49-F238E27FC236}">
                <a16:creationId xmlns:a16="http://schemas.microsoft.com/office/drawing/2014/main" id="{0D034184-53CF-D850-508B-745C38329E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77024" y="95199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1</a:t>
            </a:r>
          </a:p>
        </p:txBody>
      </p:sp>
      <p:sp>
        <p:nvSpPr>
          <p:cNvPr id="22" name="Textplatzhalter 26">
            <a:extLst>
              <a:ext uri="{FF2B5EF4-FFF2-40B4-BE49-F238E27FC236}">
                <a16:creationId xmlns:a16="http://schemas.microsoft.com/office/drawing/2014/main" id="{C4616070-FF22-4A47-813C-08982A8B71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77024" y="5322694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6</a:t>
            </a:r>
          </a:p>
        </p:txBody>
      </p:sp>
      <p:sp>
        <p:nvSpPr>
          <p:cNvPr id="25" name="Textplatzhalter 26">
            <a:extLst>
              <a:ext uri="{FF2B5EF4-FFF2-40B4-BE49-F238E27FC236}">
                <a16:creationId xmlns:a16="http://schemas.microsoft.com/office/drawing/2014/main" id="{05449A48-9A07-97E1-B75A-9C72EE7DC1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77024" y="182613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2</a:t>
            </a:r>
          </a:p>
        </p:txBody>
      </p:sp>
      <p:sp>
        <p:nvSpPr>
          <p:cNvPr id="26" name="Textplatzhalter 26">
            <a:extLst>
              <a:ext uri="{FF2B5EF4-FFF2-40B4-BE49-F238E27FC236}">
                <a16:creationId xmlns:a16="http://schemas.microsoft.com/office/drawing/2014/main" id="{308D7424-25F6-9BC7-64AC-82E10AA81AC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77024" y="270027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3</a:t>
            </a:r>
          </a:p>
        </p:txBody>
      </p:sp>
      <p:sp>
        <p:nvSpPr>
          <p:cNvPr id="28" name="Textplatzhalter 26">
            <a:extLst>
              <a:ext uri="{FF2B5EF4-FFF2-40B4-BE49-F238E27FC236}">
                <a16:creationId xmlns:a16="http://schemas.microsoft.com/office/drawing/2014/main" id="{7C958954-2963-6FF4-11B5-171288C95E6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77024" y="357441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4</a:t>
            </a:r>
          </a:p>
        </p:txBody>
      </p:sp>
      <p:sp>
        <p:nvSpPr>
          <p:cNvPr id="29" name="Textplatzhalter 26">
            <a:extLst>
              <a:ext uri="{FF2B5EF4-FFF2-40B4-BE49-F238E27FC236}">
                <a16:creationId xmlns:a16="http://schemas.microsoft.com/office/drawing/2014/main" id="{CB0C854B-FCB4-91D6-A9A4-8812E2579B0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77024" y="444855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5</a:t>
            </a:r>
          </a:p>
        </p:txBody>
      </p:sp>
      <p:sp>
        <p:nvSpPr>
          <p:cNvPr id="30" name="Textplatzhalter 34">
            <a:extLst>
              <a:ext uri="{FF2B5EF4-FFF2-40B4-BE49-F238E27FC236}">
                <a16:creationId xmlns:a16="http://schemas.microsoft.com/office/drawing/2014/main" id="{828D89F0-DA7D-A805-93E6-46C4B2C31D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98173" y="95199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34" name="Textplatzhalter 34">
            <a:extLst>
              <a:ext uri="{FF2B5EF4-FFF2-40B4-BE49-F238E27FC236}">
                <a16:creationId xmlns:a16="http://schemas.microsoft.com/office/drawing/2014/main" id="{C2B492E7-4E7A-AC06-3ECB-8B3EE6EC435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98173" y="182613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36" name="Textplatzhalter 34">
            <a:extLst>
              <a:ext uri="{FF2B5EF4-FFF2-40B4-BE49-F238E27FC236}">
                <a16:creationId xmlns:a16="http://schemas.microsoft.com/office/drawing/2014/main" id="{C86FBA41-F2EA-7B9D-13AC-E44E33BDEA7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98173" y="270027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40" name="Textplatzhalter 34">
            <a:extLst>
              <a:ext uri="{FF2B5EF4-FFF2-40B4-BE49-F238E27FC236}">
                <a16:creationId xmlns:a16="http://schemas.microsoft.com/office/drawing/2014/main" id="{C6384BFA-3423-8854-C95E-11F8EE5AAC2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98173" y="357441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41" name="Textplatzhalter 34">
            <a:extLst>
              <a:ext uri="{FF2B5EF4-FFF2-40B4-BE49-F238E27FC236}">
                <a16:creationId xmlns:a16="http://schemas.microsoft.com/office/drawing/2014/main" id="{274CCFD5-287A-5A87-2E03-48563D9D92D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98173" y="444855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42" name="Textplatzhalter 34">
            <a:extLst>
              <a:ext uri="{FF2B5EF4-FFF2-40B4-BE49-F238E27FC236}">
                <a16:creationId xmlns:a16="http://schemas.microsoft.com/office/drawing/2014/main" id="{7C77DB04-0870-2D7A-4E86-06922FD35D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98173" y="5322694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04E797E-6CE2-DCF8-5E86-53653AEC2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849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5ACBF0"/>
          </p15:clr>
        </p15:guide>
        <p15:guide id="2" pos="3001" userDrawn="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Headline + Color pick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1039605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AE03C45-8687-7BB0-6E60-ECD9043B04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EFA68666-4BC5-43D8-E22A-11105B692335}"/>
              </a:ext>
            </a:extLst>
          </p:cNvPr>
          <p:cNvGrpSpPr/>
          <p:nvPr userDrawn="1"/>
        </p:nvGrpSpPr>
        <p:grpSpPr>
          <a:xfrm>
            <a:off x="12353366" y="0"/>
            <a:ext cx="600046" cy="3153491"/>
            <a:chOff x="12353366" y="228601"/>
            <a:chExt cx="770964" cy="3428999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E3CEED34-2A3C-2BF9-0959-4794872528CB}"/>
                </a:ext>
              </a:extLst>
            </p:cNvPr>
            <p:cNvSpPr/>
            <p:nvPr userDrawn="1"/>
          </p:nvSpPr>
          <p:spPr>
            <a:xfrm>
              <a:off x="12353366" y="228601"/>
              <a:ext cx="770964" cy="228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r>
                <a:rPr lang="de-AT" sz="700">
                  <a:solidFill>
                    <a:schemeClr val="bg1"/>
                  </a:solidFill>
                </a:rPr>
                <a:t>UNIQA BLUE</a:t>
              </a: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6AAED119-48BA-F258-74D0-3C26AC1C5206}"/>
                </a:ext>
              </a:extLst>
            </p:cNvPr>
            <p:cNvSpPr/>
            <p:nvPr userDrawn="1"/>
          </p:nvSpPr>
          <p:spPr>
            <a:xfrm>
              <a:off x="12353366" y="457201"/>
              <a:ext cx="770964" cy="228600"/>
            </a:xfrm>
            <a:prstGeom prst="rect">
              <a:avLst/>
            </a:prstGeom>
            <a:solidFill>
              <a:srgbClr val="F7F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AEE8459D-6CDD-645E-6829-DAC6104EEFFA}"/>
                </a:ext>
              </a:extLst>
            </p:cNvPr>
            <p:cNvSpPr/>
            <p:nvPr userDrawn="1"/>
          </p:nvSpPr>
          <p:spPr>
            <a:xfrm>
              <a:off x="12353366" y="685801"/>
              <a:ext cx="770964" cy="228600"/>
            </a:xfrm>
            <a:prstGeom prst="rect">
              <a:avLst/>
            </a:prstGeom>
            <a:solidFill>
              <a:srgbClr val="E8E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1C85CED7-B0CD-6F98-E67E-E76DDD109870}"/>
                </a:ext>
              </a:extLst>
            </p:cNvPr>
            <p:cNvSpPr/>
            <p:nvPr userDrawn="1"/>
          </p:nvSpPr>
          <p:spPr>
            <a:xfrm>
              <a:off x="12353366" y="914401"/>
              <a:ext cx="770964" cy="228600"/>
            </a:xfrm>
            <a:prstGeom prst="rect">
              <a:avLst/>
            </a:prstGeom>
            <a:solidFill>
              <a:srgbClr val="D4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7396D38F-CD8D-6B71-D924-67027A2BDC01}"/>
                </a:ext>
              </a:extLst>
            </p:cNvPr>
            <p:cNvSpPr/>
            <p:nvPr userDrawn="1"/>
          </p:nvSpPr>
          <p:spPr>
            <a:xfrm>
              <a:off x="12353366" y="1143001"/>
              <a:ext cx="770964" cy="228600"/>
            </a:xfrm>
            <a:prstGeom prst="rect">
              <a:avLst/>
            </a:prstGeom>
            <a:solidFill>
              <a:srgbClr val="A5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FEBEC902-4DC9-7F6B-B9A2-668ED8642021}"/>
                </a:ext>
              </a:extLst>
            </p:cNvPr>
            <p:cNvSpPr/>
            <p:nvPr userDrawn="1"/>
          </p:nvSpPr>
          <p:spPr>
            <a:xfrm>
              <a:off x="12353366" y="1371601"/>
              <a:ext cx="770964" cy="228600"/>
            </a:xfrm>
            <a:prstGeom prst="rect">
              <a:avLst/>
            </a:prstGeom>
            <a:solidFill>
              <a:srgbClr val="71AD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397A81F0-2DE5-37BE-A5B3-993A3E545FB5}"/>
                </a:ext>
              </a:extLst>
            </p:cNvPr>
            <p:cNvSpPr/>
            <p:nvPr userDrawn="1"/>
          </p:nvSpPr>
          <p:spPr>
            <a:xfrm>
              <a:off x="12353366" y="1600201"/>
              <a:ext cx="770964" cy="228600"/>
            </a:xfrm>
            <a:prstGeom prst="rect">
              <a:avLst/>
            </a:prstGeom>
            <a:solidFill>
              <a:srgbClr val="5492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1318B621-BECF-6CA9-0EEF-912B8147A075}"/>
                </a:ext>
              </a:extLst>
            </p:cNvPr>
            <p:cNvSpPr/>
            <p:nvPr userDrawn="1"/>
          </p:nvSpPr>
          <p:spPr>
            <a:xfrm>
              <a:off x="12353366" y="1828801"/>
              <a:ext cx="770964" cy="228600"/>
            </a:xfrm>
            <a:prstGeom prst="rect">
              <a:avLst/>
            </a:prstGeom>
            <a:solidFill>
              <a:srgbClr val="3578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191B223C-49B4-5F7B-E1C2-C78D68406C18}"/>
                </a:ext>
              </a:extLst>
            </p:cNvPr>
            <p:cNvSpPr/>
            <p:nvPr userDrawn="1"/>
          </p:nvSpPr>
          <p:spPr>
            <a:xfrm>
              <a:off x="12353366" y="2057401"/>
              <a:ext cx="770964" cy="228600"/>
            </a:xfrm>
            <a:prstGeom prst="rect">
              <a:avLst/>
            </a:prstGeom>
            <a:solidFill>
              <a:srgbClr val="005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69E31208-52E3-F327-AC76-8AF88200376A}"/>
                </a:ext>
              </a:extLst>
            </p:cNvPr>
            <p:cNvSpPr/>
            <p:nvPr userDrawn="1"/>
          </p:nvSpPr>
          <p:spPr>
            <a:xfrm>
              <a:off x="12353366" y="2286000"/>
              <a:ext cx="770964" cy="228600"/>
            </a:xfrm>
            <a:prstGeom prst="rect">
              <a:avLst/>
            </a:prstGeom>
            <a:solidFill>
              <a:srgbClr val="0047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677EA8F5-ADD9-6C88-55A4-1699430DDC67}"/>
                </a:ext>
              </a:extLst>
            </p:cNvPr>
            <p:cNvSpPr/>
            <p:nvPr userDrawn="1"/>
          </p:nvSpPr>
          <p:spPr>
            <a:xfrm>
              <a:off x="12353366" y="2514600"/>
              <a:ext cx="770964" cy="228600"/>
            </a:xfrm>
            <a:prstGeom prst="rect">
              <a:avLst/>
            </a:prstGeom>
            <a:solidFill>
              <a:srgbClr val="003C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1CC49D49-74B0-1E74-0ED0-01EA6C04B15D}"/>
                </a:ext>
              </a:extLst>
            </p:cNvPr>
            <p:cNvSpPr/>
            <p:nvPr userDrawn="1"/>
          </p:nvSpPr>
          <p:spPr>
            <a:xfrm>
              <a:off x="12353366" y="2743200"/>
              <a:ext cx="770964" cy="228600"/>
            </a:xfrm>
            <a:prstGeom prst="rect">
              <a:avLst/>
            </a:prstGeom>
            <a:solidFill>
              <a:srgbClr val="0031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02B111C0-0D5E-06C5-8D03-8F1911772627}"/>
                </a:ext>
              </a:extLst>
            </p:cNvPr>
            <p:cNvSpPr/>
            <p:nvPr userDrawn="1"/>
          </p:nvSpPr>
          <p:spPr>
            <a:xfrm>
              <a:off x="12353366" y="2971800"/>
              <a:ext cx="770964" cy="228600"/>
            </a:xfrm>
            <a:prstGeom prst="rect">
              <a:avLst/>
            </a:prstGeom>
            <a:solidFill>
              <a:srgbClr val="0026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D343E217-8BC4-A112-604F-C4823B586078}"/>
                </a:ext>
              </a:extLst>
            </p:cNvPr>
            <p:cNvSpPr/>
            <p:nvPr userDrawn="1"/>
          </p:nvSpPr>
          <p:spPr>
            <a:xfrm>
              <a:off x="12353366" y="3200400"/>
              <a:ext cx="770964" cy="228600"/>
            </a:xfrm>
            <a:prstGeom prst="rect">
              <a:avLst/>
            </a:prstGeom>
            <a:solidFill>
              <a:srgbClr val="001C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A8DAE50F-1571-F364-716E-D08CE3E644E1}"/>
                </a:ext>
              </a:extLst>
            </p:cNvPr>
            <p:cNvSpPr/>
            <p:nvPr userDrawn="1"/>
          </p:nvSpPr>
          <p:spPr>
            <a:xfrm>
              <a:off x="12353366" y="3429000"/>
              <a:ext cx="770964" cy="228600"/>
            </a:xfrm>
            <a:prstGeom prst="rect">
              <a:avLst/>
            </a:prstGeom>
            <a:solidFill>
              <a:srgbClr val="0011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26955167-2888-DEE8-B53F-9E24D780C2EC}"/>
              </a:ext>
            </a:extLst>
          </p:cNvPr>
          <p:cNvGrpSpPr/>
          <p:nvPr userDrawn="1"/>
        </p:nvGrpSpPr>
        <p:grpSpPr>
          <a:xfrm>
            <a:off x="12353366" y="3218765"/>
            <a:ext cx="600046" cy="1681863"/>
            <a:chOff x="12353366" y="3657600"/>
            <a:chExt cx="770964" cy="18288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26FC64D1-3CB2-A1A4-832D-442453AA6E9B}"/>
                </a:ext>
              </a:extLst>
            </p:cNvPr>
            <p:cNvSpPr/>
            <p:nvPr userDrawn="1"/>
          </p:nvSpPr>
          <p:spPr>
            <a:xfrm>
              <a:off x="12353366" y="3657600"/>
              <a:ext cx="770964" cy="228600"/>
            </a:xfrm>
            <a:prstGeom prst="rect">
              <a:avLst/>
            </a:prstGeom>
            <a:solidFill>
              <a:srgbClr val="CD4B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2174BF12-DEBC-0C53-E652-D5C01336877D}"/>
                </a:ext>
              </a:extLst>
            </p:cNvPr>
            <p:cNvSpPr/>
            <p:nvPr userDrawn="1"/>
          </p:nvSpPr>
          <p:spPr>
            <a:xfrm>
              <a:off x="12353366" y="3886200"/>
              <a:ext cx="770964" cy="228600"/>
            </a:xfrm>
            <a:prstGeom prst="rect">
              <a:avLst/>
            </a:prstGeom>
            <a:solidFill>
              <a:srgbClr val="FFEF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C162FD25-47B7-393B-5860-7946FA916FE6}"/>
                </a:ext>
              </a:extLst>
            </p:cNvPr>
            <p:cNvSpPr/>
            <p:nvPr userDrawn="1"/>
          </p:nvSpPr>
          <p:spPr>
            <a:xfrm>
              <a:off x="12353366" y="4114800"/>
              <a:ext cx="770964" cy="228600"/>
            </a:xfrm>
            <a:prstGeom prst="rect">
              <a:avLst/>
            </a:prstGeom>
            <a:solidFill>
              <a:srgbClr val="FFD8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74177735-B031-94E9-9C3A-04D936D332CE}"/>
                </a:ext>
              </a:extLst>
            </p:cNvPr>
            <p:cNvSpPr/>
            <p:nvPr userDrawn="1"/>
          </p:nvSpPr>
          <p:spPr>
            <a:xfrm>
              <a:off x="12353366" y="4343400"/>
              <a:ext cx="770964" cy="228600"/>
            </a:xfrm>
            <a:prstGeom prst="rect">
              <a:avLst/>
            </a:prstGeom>
            <a:solidFill>
              <a:srgbClr val="FFC8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5E3DC40B-2386-B992-2597-DAA6B27555E3}"/>
                </a:ext>
              </a:extLst>
            </p:cNvPr>
            <p:cNvSpPr/>
            <p:nvPr userDrawn="1"/>
          </p:nvSpPr>
          <p:spPr>
            <a:xfrm>
              <a:off x="12353366" y="4572000"/>
              <a:ext cx="770964" cy="228600"/>
            </a:xfrm>
            <a:prstGeom prst="rect">
              <a:avLst/>
            </a:prstGeom>
            <a:solidFill>
              <a:srgbClr val="FFB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4E158093-A5D0-3097-305D-9C2D35D6D1AD}"/>
                </a:ext>
              </a:extLst>
            </p:cNvPr>
            <p:cNvSpPr/>
            <p:nvPr userDrawn="1"/>
          </p:nvSpPr>
          <p:spPr>
            <a:xfrm>
              <a:off x="12353366" y="4800600"/>
              <a:ext cx="770964" cy="228600"/>
            </a:xfrm>
            <a:prstGeom prst="rect">
              <a:avLst/>
            </a:prstGeom>
            <a:solidFill>
              <a:srgbClr val="FF9E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E1F6B9D3-78A9-6165-149C-240445DF8A0B}"/>
                </a:ext>
              </a:extLst>
            </p:cNvPr>
            <p:cNvSpPr/>
            <p:nvPr userDrawn="1"/>
          </p:nvSpPr>
          <p:spPr>
            <a:xfrm>
              <a:off x="12353366" y="5029200"/>
              <a:ext cx="770964" cy="228600"/>
            </a:xfrm>
            <a:prstGeom prst="rect">
              <a:avLst/>
            </a:prstGeom>
            <a:solidFill>
              <a:srgbClr val="FF7E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2BF7EC0F-D1DB-D96B-1A67-1C897BD6CA13}"/>
                </a:ext>
              </a:extLst>
            </p:cNvPr>
            <p:cNvSpPr/>
            <p:nvPr userDrawn="1"/>
          </p:nvSpPr>
          <p:spPr>
            <a:xfrm>
              <a:off x="12353366" y="5257800"/>
              <a:ext cx="770964" cy="228600"/>
            </a:xfrm>
            <a:prstGeom prst="rect">
              <a:avLst/>
            </a:prstGeom>
            <a:solidFill>
              <a:srgbClr val="F261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59A1E040-70E5-5E72-6205-ECA782AE8FA3}"/>
              </a:ext>
            </a:extLst>
          </p:cNvPr>
          <p:cNvGrpSpPr/>
          <p:nvPr userDrawn="1"/>
        </p:nvGrpSpPr>
        <p:grpSpPr>
          <a:xfrm>
            <a:off x="12353366" y="4965903"/>
            <a:ext cx="600046" cy="1892097"/>
            <a:chOff x="12353366" y="5486400"/>
            <a:chExt cx="770964" cy="2057401"/>
          </a:xfrm>
        </p:grpSpPr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6E1782BB-F361-3C1D-6D45-995D948BC699}"/>
                </a:ext>
              </a:extLst>
            </p:cNvPr>
            <p:cNvSpPr/>
            <p:nvPr userDrawn="1"/>
          </p:nvSpPr>
          <p:spPr>
            <a:xfrm>
              <a:off x="12353366" y="5486400"/>
              <a:ext cx="770964" cy="228600"/>
            </a:xfrm>
            <a:prstGeom prst="rect">
              <a:avLst/>
            </a:prstGeom>
            <a:solidFill>
              <a:srgbClr val="DC00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2A797C27-FF49-9821-E04A-B0A90A30EF64}"/>
                </a:ext>
              </a:extLst>
            </p:cNvPr>
            <p:cNvSpPr/>
            <p:nvPr userDrawn="1"/>
          </p:nvSpPr>
          <p:spPr>
            <a:xfrm>
              <a:off x="12353366" y="5715000"/>
              <a:ext cx="770964" cy="228600"/>
            </a:xfrm>
            <a:prstGeom prst="rect">
              <a:avLst/>
            </a:prstGeom>
            <a:solidFill>
              <a:srgbClr val="FFEB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335A1996-BA01-7C71-85C0-EB90002BB8A9}"/>
                </a:ext>
              </a:extLst>
            </p:cNvPr>
            <p:cNvSpPr/>
            <p:nvPr userDrawn="1"/>
          </p:nvSpPr>
          <p:spPr>
            <a:xfrm>
              <a:off x="12353366" y="5943600"/>
              <a:ext cx="770964" cy="228600"/>
            </a:xfrm>
            <a:prstGeom prst="rect">
              <a:avLst/>
            </a:prstGeom>
            <a:solidFill>
              <a:srgbClr val="FBBB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83DDB37D-5975-EA20-0BC7-11E504E24C80}"/>
                </a:ext>
              </a:extLst>
            </p:cNvPr>
            <p:cNvSpPr/>
            <p:nvPr userDrawn="1"/>
          </p:nvSpPr>
          <p:spPr>
            <a:xfrm>
              <a:off x="12353366" y="6172201"/>
              <a:ext cx="770964" cy="228600"/>
            </a:xfrm>
            <a:prstGeom prst="rect">
              <a:avLst/>
            </a:prstGeom>
            <a:solidFill>
              <a:srgbClr val="F98B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C9CE4826-467B-4AF9-250F-88A403118B7A}"/>
                </a:ext>
              </a:extLst>
            </p:cNvPr>
            <p:cNvSpPr/>
            <p:nvPr userDrawn="1"/>
          </p:nvSpPr>
          <p:spPr>
            <a:xfrm>
              <a:off x="12353366" y="6400801"/>
              <a:ext cx="770964" cy="228600"/>
            </a:xfrm>
            <a:prstGeom prst="rect">
              <a:avLst/>
            </a:prstGeom>
            <a:solidFill>
              <a:srgbClr val="F65A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D8415855-5289-E438-7125-627C8B14304D}"/>
                </a:ext>
              </a:extLst>
            </p:cNvPr>
            <p:cNvSpPr/>
            <p:nvPr userDrawn="1"/>
          </p:nvSpPr>
          <p:spPr>
            <a:xfrm>
              <a:off x="12353366" y="6629401"/>
              <a:ext cx="770964" cy="228600"/>
            </a:xfrm>
            <a:prstGeom prst="rect">
              <a:avLst/>
            </a:prstGeom>
            <a:solidFill>
              <a:srgbClr val="EA3E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FEB38EFA-FCE4-D93C-50AF-C65007B61D65}"/>
                </a:ext>
              </a:extLst>
            </p:cNvPr>
            <p:cNvSpPr/>
            <p:nvPr userDrawn="1"/>
          </p:nvSpPr>
          <p:spPr>
            <a:xfrm>
              <a:off x="12353366" y="6858001"/>
              <a:ext cx="770964" cy="228600"/>
            </a:xfrm>
            <a:prstGeom prst="rect">
              <a:avLst/>
            </a:prstGeom>
            <a:solidFill>
              <a:srgbClr val="B200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961FA8F3-B725-3D4B-F3D6-C16DE1044AA2}"/>
                </a:ext>
              </a:extLst>
            </p:cNvPr>
            <p:cNvSpPr/>
            <p:nvPr userDrawn="1"/>
          </p:nvSpPr>
          <p:spPr>
            <a:xfrm>
              <a:off x="12353366" y="7086601"/>
              <a:ext cx="770964" cy="228600"/>
            </a:xfrm>
            <a:prstGeom prst="rect">
              <a:avLst/>
            </a:prstGeom>
            <a:solidFill>
              <a:srgbClr val="990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E9E6DA49-06E3-F74B-DC9E-D54E8DF36F42}"/>
                </a:ext>
              </a:extLst>
            </p:cNvPr>
            <p:cNvSpPr/>
            <p:nvPr userDrawn="1"/>
          </p:nvSpPr>
          <p:spPr>
            <a:xfrm>
              <a:off x="12353366" y="7315201"/>
              <a:ext cx="770964" cy="228600"/>
            </a:xfrm>
            <a:prstGeom prst="rect">
              <a:avLst/>
            </a:prstGeom>
            <a:solidFill>
              <a:srgbClr val="6600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977B23F-B9E1-BB0E-2C10-8FB7F46B507D}"/>
              </a:ext>
            </a:extLst>
          </p:cNvPr>
          <p:cNvGrpSpPr/>
          <p:nvPr userDrawn="1"/>
        </p:nvGrpSpPr>
        <p:grpSpPr>
          <a:xfrm>
            <a:off x="13249478" y="0"/>
            <a:ext cx="600046" cy="1892097"/>
            <a:chOff x="13249478" y="0"/>
            <a:chExt cx="600046" cy="1819021"/>
          </a:xfrm>
        </p:grpSpPr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40F2027D-E984-5180-8C1F-A20117C07BF8}"/>
                </a:ext>
              </a:extLst>
            </p:cNvPr>
            <p:cNvSpPr/>
            <p:nvPr userDrawn="1"/>
          </p:nvSpPr>
          <p:spPr>
            <a:xfrm>
              <a:off x="13249478" y="0"/>
              <a:ext cx="600046" cy="202113"/>
            </a:xfrm>
            <a:prstGeom prst="rect">
              <a:avLst/>
            </a:prstGeom>
            <a:solidFill>
              <a:srgbClr val="FB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700">
                <a:solidFill>
                  <a:schemeClr val="bg1"/>
                </a:solidFill>
              </a:endParaRPr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E3918633-2578-7315-B9A4-00F4B298AE09}"/>
                </a:ext>
              </a:extLst>
            </p:cNvPr>
            <p:cNvSpPr/>
            <p:nvPr userDrawn="1"/>
          </p:nvSpPr>
          <p:spPr>
            <a:xfrm>
              <a:off x="13249478" y="202113"/>
              <a:ext cx="600046" cy="202113"/>
            </a:xfrm>
            <a:prstGeom prst="rect">
              <a:avLst/>
            </a:prstGeom>
            <a:solidFill>
              <a:srgbClr val="F7D2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2AE66B01-34E9-853E-BB5C-4C2DA8953E71}"/>
                </a:ext>
              </a:extLst>
            </p:cNvPr>
            <p:cNvSpPr/>
            <p:nvPr userDrawn="1"/>
          </p:nvSpPr>
          <p:spPr>
            <a:xfrm>
              <a:off x="13249478" y="404227"/>
              <a:ext cx="600046" cy="202113"/>
            </a:xfrm>
            <a:prstGeom prst="rect">
              <a:avLst/>
            </a:prstGeom>
            <a:solidFill>
              <a:srgbClr val="F3BB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33914E25-95FF-1835-9FBC-F838D80B049E}"/>
                </a:ext>
              </a:extLst>
            </p:cNvPr>
            <p:cNvSpPr/>
            <p:nvPr userDrawn="1"/>
          </p:nvSpPr>
          <p:spPr>
            <a:xfrm>
              <a:off x="13249478" y="606340"/>
              <a:ext cx="600046" cy="202113"/>
            </a:xfrm>
            <a:prstGeom prst="rect">
              <a:avLst/>
            </a:prstGeom>
            <a:solidFill>
              <a:srgbClr val="E361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957E930B-E730-E1F9-9499-2E73AF144F03}"/>
                </a:ext>
              </a:extLst>
            </p:cNvPr>
            <p:cNvSpPr/>
            <p:nvPr userDrawn="1"/>
          </p:nvSpPr>
          <p:spPr>
            <a:xfrm>
              <a:off x="13249478" y="808454"/>
              <a:ext cx="600046" cy="202113"/>
            </a:xfrm>
            <a:prstGeom prst="rect">
              <a:avLst/>
            </a:prstGeom>
            <a:solidFill>
              <a:srgbClr val="DB33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BB90730E-D854-B881-6CCC-45DBDB3062F2}"/>
                </a:ext>
              </a:extLst>
            </p:cNvPr>
            <p:cNvSpPr/>
            <p:nvPr userDrawn="1"/>
          </p:nvSpPr>
          <p:spPr>
            <a:xfrm>
              <a:off x="13249478" y="1010567"/>
              <a:ext cx="600046" cy="202113"/>
            </a:xfrm>
            <a:prstGeom prst="rect">
              <a:avLst/>
            </a:prstGeom>
            <a:solidFill>
              <a:srgbClr val="D71C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06CA6B7B-F33E-CBB4-D4A7-2376031A650A}"/>
                </a:ext>
              </a:extLst>
            </p:cNvPr>
            <p:cNvSpPr/>
            <p:nvPr userDrawn="1"/>
          </p:nvSpPr>
          <p:spPr>
            <a:xfrm>
              <a:off x="13249478" y="1212681"/>
              <a:ext cx="600046" cy="202113"/>
            </a:xfrm>
            <a:prstGeom prst="rect">
              <a:avLst/>
            </a:prstGeom>
            <a:solidFill>
              <a:srgbClr val="AB16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D46245D3-8E58-38A5-DBA4-999EEC9A1295}"/>
                </a:ext>
              </a:extLst>
            </p:cNvPr>
            <p:cNvSpPr/>
            <p:nvPr userDrawn="1"/>
          </p:nvSpPr>
          <p:spPr>
            <a:xfrm>
              <a:off x="13249478" y="1414794"/>
              <a:ext cx="600046" cy="202113"/>
            </a:xfrm>
            <a:prstGeom prst="rect">
              <a:avLst/>
            </a:prstGeom>
            <a:solidFill>
              <a:srgbClr val="7E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35FDB353-0D6F-A327-BCFC-61ADE1BB3EB4}"/>
                </a:ext>
              </a:extLst>
            </p:cNvPr>
            <p:cNvSpPr/>
            <p:nvPr userDrawn="1"/>
          </p:nvSpPr>
          <p:spPr>
            <a:xfrm>
              <a:off x="13249478" y="1616908"/>
              <a:ext cx="600046" cy="202113"/>
            </a:xfrm>
            <a:prstGeom prst="rect">
              <a:avLst/>
            </a:prstGeom>
            <a:solidFill>
              <a:srgbClr val="680D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A5F4D62B-C3A9-1C7A-CE67-895A08267E2B}"/>
              </a:ext>
            </a:extLst>
          </p:cNvPr>
          <p:cNvGrpSpPr/>
          <p:nvPr userDrawn="1"/>
        </p:nvGrpSpPr>
        <p:grpSpPr>
          <a:xfrm>
            <a:off x="13249478" y="1957368"/>
            <a:ext cx="600046" cy="1892097"/>
            <a:chOff x="12353366" y="228601"/>
            <a:chExt cx="770964" cy="2057400"/>
          </a:xfrm>
        </p:grpSpPr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953E715F-98F3-059E-42C9-F0482010820B}"/>
                </a:ext>
              </a:extLst>
            </p:cNvPr>
            <p:cNvSpPr/>
            <p:nvPr userDrawn="1"/>
          </p:nvSpPr>
          <p:spPr>
            <a:xfrm>
              <a:off x="12353366" y="228601"/>
              <a:ext cx="770964" cy="228600"/>
            </a:xfrm>
            <a:prstGeom prst="rect">
              <a:avLst/>
            </a:prstGeom>
            <a:solidFill>
              <a:srgbClr val="FEF7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700">
                <a:solidFill>
                  <a:schemeClr val="bg1"/>
                </a:solidFill>
              </a:endParaRPr>
            </a:p>
          </p:txBody>
        </p: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3ECB087F-718B-F4BD-C090-3AF564EF4102}"/>
                </a:ext>
              </a:extLst>
            </p:cNvPr>
            <p:cNvSpPr/>
            <p:nvPr userDrawn="1"/>
          </p:nvSpPr>
          <p:spPr>
            <a:xfrm>
              <a:off x="12353366" y="457201"/>
              <a:ext cx="770964" cy="228600"/>
            </a:xfrm>
            <a:prstGeom prst="rect">
              <a:avLst/>
            </a:prstGeom>
            <a:solidFill>
              <a:srgbClr val="FDED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97BCA42D-5812-28A9-E48F-FB2FD99B79C1}"/>
                </a:ext>
              </a:extLst>
            </p:cNvPr>
            <p:cNvSpPr/>
            <p:nvPr userDrawn="1"/>
          </p:nvSpPr>
          <p:spPr>
            <a:xfrm>
              <a:off x="12353366" y="685801"/>
              <a:ext cx="770964" cy="228600"/>
            </a:xfrm>
            <a:prstGeom prst="rect">
              <a:avLst/>
            </a:prstGeom>
            <a:solidFill>
              <a:srgbClr val="FCE5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0" name="Rechteck 69">
              <a:extLst>
                <a:ext uri="{FF2B5EF4-FFF2-40B4-BE49-F238E27FC236}">
                  <a16:creationId xmlns:a16="http://schemas.microsoft.com/office/drawing/2014/main" id="{07CF32B2-2870-3DCF-C117-2A2E5F4FAEB9}"/>
                </a:ext>
              </a:extLst>
            </p:cNvPr>
            <p:cNvSpPr/>
            <p:nvPr userDrawn="1"/>
          </p:nvSpPr>
          <p:spPr>
            <a:xfrm>
              <a:off x="12353366" y="914401"/>
              <a:ext cx="770964" cy="228600"/>
            </a:xfrm>
            <a:prstGeom prst="rect">
              <a:avLst/>
            </a:prstGeom>
            <a:solidFill>
              <a:srgbClr val="F8C1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BD85C01A-42C1-E4B5-6FD2-588C89DC5249}"/>
                </a:ext>
              </a:extLst>
            </p:cNvPr>
            <p:cNvSpPr/>
            <p:nvPr userDrawn="1"/>
          </p:nvSpPr>
          <p:spPr>
            <a:xfrm>
              <a:off x="12353366" y="1143001"/>
              <a:ext cx="770964" cy="228600"/>
            </a:xfrm>
            <a:prstGeom prst="rect">
              <a:avLst/>
            </a:prstGeom>
            <a:solidFill>
              <a:srgbClr val="F6AF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6D053C32-B80B-F07A-FB7B-12FBB7CAB19B}"/>
                </a:ext>
              </a:extLst>
            </p:cNvPr>
            <p:cNvSpPr/>
            <p:nvPr userDrawn="1"/>
          </p:nvSpPr>
          <p:spPr>
            <a:xfrm>
              <a:off x="12353366" y="1371601"/>
              <a:ext cx="770964" cy="228600"/>
            </a:xfrm>
            <a:prstGeom prst="rect">
              <a:avLst/>
            </a:prstGeom>
            <a:solidFill>
              <a:srgbClr val="F5A6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8B075919-1AAC-C224-0530-C6AA42C72073}"/>
                </a:ext>
              </a:extLst>
            </p:cNvPr>
            <p:cNvSpPr/>
            <p:nvPr userDrawn="1"/>
          </p:nvSpPr>
          <p:spPr>
            <a:xfrm>
              <a:off x="12353366" y="1600201"/>
              <a:ext cx="770964" cy="228600"/>
            </a:xfrm>
            <a:prstGeom prst="rect">
              <a:avLst/>
            </a:prstGeom>
            <a:solidFill>
              <a:srgbClr val="DC8D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583921B0-917C-0CC4-F069-14E902004ED6}"/>
                </a:ext>
              </a:extLst>
            </p:cNvPr>
            <p:cNvSpPr/>
            <p:nvPr userDrawn="1"/>
          </p:nvSpPr>
          <p:spPr>
            <a:xfrm>
              <a:off x="12353366" y="1828801"/>
              <a:ext cx="770964" cy="228600"/>
            </a:xfrm>
            <a:prstGeom prst="rect">
              <a:avLst/>
            </a:prstGeom>
            <a:solidFill>
              <a:srgbClr val="C37D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82A0AC9D-EA0C-363D-842B-FBEE65E769D7}"/>
                </a:ext>
              </a:extLst>
            </p:cNvPr>
            <p:cNvSpPr/>
            <p:nvPr userDrawn="1"/>
          </p:nvSpPr>
          <p:spPr>
            <a:xfrm>
              <a:off x="12353366" y="2057401"/>
              <a:ext cx="770964" cy="228600"/>
            </a:xfrm>
            <a:prstGeom prst="rect">
              <a:avLst/>
            </a:prstGeom>
            <a:solidFill>
              <a:srgbClr val="A167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0BAEE999-D44C-0C43-61CA-F50079592FBE}"/>
              </a:ext>
            </a:extLst>
          </p:cNvPr>
          <p:cNvGrpSpPr/>
          <p:nvPr userDrawn="1"/>
        </p:nvGrpSpPr>
        <p:grpSpPr>
          <a:xfrm>
            <a:off x="13249478" y="3914736"/>
            <a:ext cx="600046" cy="1892097"/>
            <a:chOff x="12353366" y="228601"/>
            <a:chExt cx="770964" cy="2057400"/>
          </a:xfrm>
        </p:grpSpPr>
        <p:sp>
          <p:nvSpPr>
            <p:cNvPr id="77" name="Rechteck 76">
              <a:extLst>
                <a:ext uri="{FF2B5EF4-FFF2-40B4-BE49-F238E27FC236}">
                  <a16:creationId xmlns:a16="http://schemas.microsoft.com/office/drawing/2014/main" id="{CE53DB4A-FD0D-5EF3-7702-68193CEFFA3F}"/>
                </a:ext>
              </a:extLst>
            </p:cNvPr>
            <p:cNvSpPr/>
            <p:nvPr userDrawn="1"/>
          </p:nvSpPr>
          <p:spPr>
            <a:xfrm>
              <a:off x="12353366" y="228601"/>
              <a:ext cx="770964" cy="228600"/>
            </a:xfrm>
            <a:prstGeom prst="rect">
              <a:avLst/>
            </a:prstGeom>
            <a:solidFill>
              <a:srgbClr val="E6F6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700">
                <a:solidFill>
                  <a:schemeClr val="bg1"/>
                </a:solidFill>
              </a:endParaRPr>
            </a:p>
          </p:txBody>
        </p:sp>
        <p:sp>
          <p:nvSpPr>
            <p:cNvPr id="78" name="Rechteck 77">
              <a:extLst>
                <a:ext uri="{FF2B5EF4-FFF2-40B4-BE49-F238E27FC236}">
                  <a16:creationId xmlns:a16="http://schemas.microsoft.com/office/drawing/2014/main" id="{B59C282E-A073-A55E-0363-96644EBE1807}"/>
                </a:ext>
              </a:extLst>
            </p:cNvPr>
            <p:cNvSpPr/>
            <p:nvPr userDrawn="1"/>
          </p:nvSpPr>
          <p:spPr>
            <a:xfrm>
              <a:off x="12353366" y="457201"/>
              <a:ext cx="770964" cy="228600"/>
            </a:xfrm>
            <a:prstGeom prst="rect">
              <a:avLst/>
            </a:prstGeom>
            <a:solidFill>
              <a:srgbClr val="CDEC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9" name="Rechteck 78">
              <a:extLst>
                <a:ext uri="{FF2B5EF4-FFF2-40B4-BE49-F238E27FC236}">
                  <a16:creationId xmlns:a16="http://schemas.microsoft.com/office/drawing/2014/main" id="{D35C839B-0630-832C-FEA8-F6CAF0253072}"/>
                </a:ext>
              </a:extLst>
            </p:cNvPr>
            <p:cNvSpPr/>
            <p:nvPr userDrawn="1"/>
          </p:nvSpPr>
          <p:spPr>
            <a:xfrm>
              <a:off x="12353366" y="685801"/>
              <a:ext cx="770964" cy="228600"/>
            </a:xfrm>
            <a:prstGeom prst="rect">
              <a:avLst/>
            </a:prstGeom>
            <a:solidFill>
              <a:srgbClr val="B4E3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80" name="Rechteck 79">
              <a:extLst>
                <a:ext uri="{FF2B5EF4-FFF2-40B4-BE49-F238E27FC236}">
                  <a16:creationId xmlns:a16="http://schemas.microsoft.com/office/drawing/2014/main" id="{D721FA38-8882-7070-3A61-20D4A774C692}"/>
                </a:ext>
              </a:extLst>
            </p:cNvPr>
            <p:cNvSpPr/>
            <p:nvPr userDrawn="1"/>
          </p:nvSpPr>
          <p:spPr>
            <a:xfrm>
              <a:off x="12353366" y="914401"/>
              <a:ext cx="770964" cy="228600"/>
            </a:xfrm>
            <a:prstGeom prst="rect">
              <a:avLst/>
            </a:prstGeom>
            <a:solidFill>
              <a:srgbClr val="4FBE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FA5F95B5-572A-F622-AE1D-1908B38FDE67}"/>
                </a:ext>
              </a:extLst>
            </p:cNvPr>
            <p:cNvSpPr/>
            <p:nvPr userDrawn="1"/>
          </p:nvSpPr>
          <p:spPr>
            <a:xfrm>
              <a:off x="12353366" y="1143001"/>
              <a:ext cx="770964" cy="228600"/>
            </a:xfrm>
            <a:prstGeom prst="rect">
              <a:avLst/>
            </a:prstGeom>
            <a:solidFill>
              <a:srgbClr val="1DAB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82" name="Rechteck 81">
              <a:extLst>
                <a:ext uri="{FF2B5EF4-FFF2-40B4-BE49-F238E27FC236}">
                  <a16:creationId xmlns:a16="http://schemas.microsoft.com/office/drawing/2014/main" id="{96FA9C61-6ED2-EF6D-F54B-5355FE90D6F4}"/>
                </a:ext>
              </a:extLst>
            </p:cNvPr>
            <p:cNvSpPr/>
            <p:nvPr userDrawn="1"/>
          </p:nvSpPr>
          <p:spPr>
            <a:xfrm>
              <a:off x="12353366" y="1371601"/>
              <a:ext cx="770964" cy="228600"/>
            </a:xfrm>
            <a:prstGeom prst="rect">
              <a:avLst/>
            </a:prstGeom>
            <a:solidFill>
              <a:srgbClr val="03A1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83" name="Rechteck 82">
              <a:extLst>
                <a:ext uri="{FF2B5EF4-FFF2-40B4-BE49-F238E27FC236}">
                  <a16:creationId xmlns:a16="http://schemas.microsoft.com/office/drawing/2014/main" id="{905694AC-AFCE-1AEC-57D5-C8D95BA29EA3}"/>
                </a:ext>
              </a:extLst>
            </p:cNvPr>
            <p:cNvSpPr/>
            <p:nvPr userDrawn="1"/>
          </p:nvSpPr>
          <p:spPr>
            <a:xfrm>
              <a:off x="12353366" y="1600201"/>
              <a:ext cx="770964" cy="228600"/>
            </a:xfrm>
            <a:prstGeom prst="rect">
              <a:avLst/>
            </a:prstGeom>
            <a:solidFill>
              <a:srgbClr val="026E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84" name="Rechteck 83">
              <a:extLst>
                <a:ext uri="{FF2B5EF4-FFF2-40B4-BE49-F238E27FC236}">
                  <a16:creationId xmlns:a16="http://schemas.microsoft.com/office/drawing/2014/main" id="{4CCB4F69-4644-FC1E-C23D-C24D931D34DB}"/>
                </a:ext>
              </a:extLst>
            </p:cNvPr>
            <p:cNvSpPr/>
            <p:nvPr userDrawn="1"/>
          </p:nvSpPr>
          <p:spPr>
            <a:xfrm>
              <a:off x="12353366" y="1828801"/>
              <a:ext cx="770964" cy="228600"/>
            </a:xfrm>
            <a:prstGeom prst="rect">
              <a:avLst/>
            </a:prstGeom>
            <a:solidFill>
              <a:srgbClr val="013C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82193855-6AA8-C1C8-2B64-30B1D88C06A3}"/>
                </a:ext>
              </a:extLst>
            </p:cNvPr>
            <p:cNvSpPr/>
            <p:nvPr userDrawn="1"/>
          </p:nvSpPr>
          <p:spPr>
            <a:xfrm>
              <a:off x="12353366" y="2057401"/>
              <a:ext cx="770964" cy="228600"/>
            </a:xfrm>
            <a:prstGeom prst="rect">
              <a:avLst/>
            </a:prstGeom>
            <a:solidFill>
              <a:srgbClr val="012D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7832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Head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1039605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AE03C45-8687-7BB0-6E60-ECD9043B04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924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DC9FA21-E381-A27E-F999-A9EA61DCB7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85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C1AC357D-EE62-1AF1-FECB-AB78753A094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96876" y="1808163"/>
            <a:ext cx="11395074" cy="4429125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C8B49C-710C-410C-F23A-A38BB8F97F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48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1139180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9">
            <a:extLst>
              <a:ext uri="{FF2B5EF4-FFF2-40B4-BE49-F238E27FC236}">
                <a16:creationId xmlns:a16="http://schemas.microsoft.com/office/drawing/2014/main" id="{BF6D2400-AE81-80A1-E585-7FC917822841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C1AC357D-EE62-1AF1-FECB-AB78753A094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5" y="1998680"/>
            <a:ext cx="10736988" cy="4061242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C8B49C-710C-410C-F23A-A38BB8F97F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8421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 Textfe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1">
            <a:extLst>
              <a:ext uri="{FF2B5EF4-FFF2-40B4-BE49-F238E27FC236}">
                <a16:creationId xmlns:a16="http://schemas.microsoft.com/office/drawing/2014/main" id="{1BEFD293-06B1-814D-94FD-A26ADB3C27BB}"/>
              </a:ext>
            </a:extLst>
          </p:cNvPr>
          <p:cNvSpPr/>
          <p:nvPr userDrawn="1"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9">
            <a:extLst>
              <a:ext uri="{FF2B5EF4-FFF2-40B4-BE49-F238E27FC236}">
                <a16:creationId xmlns:a16="http://schemas.microsoft.com/office/drawing/2014/main" id="{BF6D2400-AE81-80A1-E585-7FC917822841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345BF5C-D357-03F9-E50E-2BD30D642DFF}"/>
              </a:ext>
            </a:extLst>
          </p:cNvPr>
          <p:cNvSpPr/>
          <p:nvPr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C1AC357D-EE62-1AF1-FECB-AB78753A094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6" y="1998680"/>
            <a:ext cx="4964809" cy="4061242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31F07F57-D126-50C0-DE7F-35B19F7F8B3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499825" y="1998680"/>
            <a:ext cx="4964809" cy="4061242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C8B49C-710C-410C-F23A-A38BB8F97F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689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felder mit blauer Form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bgerundetes Rechteck 1">
            <a:extLst>
              <a:ext uri="{FF2B5EF4-FFF2-40B4-BE49-F238E27FC236}">
                <a16:creationId xmlns:a16="http://schemas.microsoft.com/office/drawing/2014/main" id="{1C61FA82-9680-5C95-D274-F1ACB7847B8B}"/>
              </a:ext>
            </a:extLst>
          </p:cNvPr>
          <p:cNvSpPr/>
          <p:nvPr userDrawn="1"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Abgerundetes Rechteck 9">
            <a:extLst>
              <a:ext uri="{FF2B5EF4-FFF2-40B4-BE49-F238E27FC236}">
                <a16:creationId xmlns:a16="http://schemas.microsoft.com/office/drawing/2014/main" id="{A4C7F1BC-D20C-BBBA-8E2D-4A277AA9CE29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5A843CC8-C921-BBE2-523A-DABBBEACE23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6" y="3429000"/>
            <a:ext cx="4964809" cy="2630922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345BF5C-D357-03F9-E50E-2BD30D642DFF}"/>
              </a:ext>
            </a:extLst>
          </p:cNvPr>
          <p:cNvSpPr/>
          <p:nvPr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D703F022-8B6B-E2BD-D686-41359221073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499825" y="3429000"/>
            <a:ext cx="4964809" cy="2630922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13" name="Bildplatzhalter 37">
            <a:extLst>
              <a:ext uri="{FF2B5EF4-FFF2-40B4-BE49-F238E27FC236}">
                <a16:creationId xmlns:a16="http://schemas.microsoft.com/office/drawing/2014/main" id="{9373CE6C-0C45-D67F-B27A-942CDAF7D959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6" name="Bildplatzhalter 37">
            <a:extLst>
              <a:ext uri="{FF2B5EF4-FFF2-40B4-BE49-F238E27FC236}">
                <a16:creationId xmlns:a16="http://schemas.microsoft.com/office/drawing/2014/main" id="{B4005A1B-DB59-667A-137C-45B05A4B1D6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6499825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8" name="Textplatzhalter 21">
            <a:extLst>
              <a:ext uri="{FF2B5EF4-FFF2-40B4-BE49-F238E27FC236}">
                <a16:creationId xmlns:a16="http://schemas.microsoft.com/office/drawing/2014/main" id="{20EC0BFA-C64D-A0C6-CF7A-C775C35F7FF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9840" y="2893354"/>
            <a:ext cx="5280420" cy="389513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 lIns="108000" tIns="0" rIns="0" bIns="0" anchor="ctr">
            <a:noAutofit/>
          </a:bodyPr>
          <a:lstStyle>
            <a:lvl1pPr marL="0" indent="0" algn="l">
              <a:spcBef>
                <a:spcPts val="0"/>
              </a:spcBef>
              <a:buClr>
                <a:schemeClr val="bg1"/>
              </a:buClr>
              <a:buNone/>
              <a:defRPr sz="1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9" name="Textplatzhalter 21">
            <a:extLst>
              <a:ext uri="{FF2B5EF4-FFF2-40B4-BE49-F238E27FC236}">
                <a16:creationId xmlns:a16="http://schemas.microsoft.com/office/drawing/2014/main" id="{57404441-53AB-13F3-70F5-CD87BAD88E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42019" y="2893354"/>
            <a:ext cx="5280420" cy="389513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 lIns="108000" tIns="0" rIns="0" bIns="0" anchor="ctr">
            <a:noAutofit/>
          </a:bodyPr>
          <a:lstStyle>
            <a:lvl1pPr marL="0" indent="0" algn="l">
              <a:spcBef>
                <a:spcPts val="0"/>
              </a:spcBef>
              <a:buClr>
                <a:schemeClr val="bg1"/>
              </a:buClr>
              <a:buNone/>
              <a:defRPr sz="1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Headline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F1200DC-7683-DD36-AA37-E10394F370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885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felder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1">
            <a:extLst>
              <a:ext uri="{FF2B5EF4-FFF2-40B4-BE49-F238E27FC236}">
                <a16:creationId xmlns:a16="http://schemas.microsoft.com/office/drawing/2014/main" id="{93326E70-4284-C77A-6AEA-0E84B8344AC8}"/>
              </a:ext>
            </a:extLst>
          </p:cNvPr>
          <p:cNvSpPr/>
          <p:nvPr userDrawn="1"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Abgerundetes Rechteck 9">
            <a:extLst>
              <a:ext uri="{FF2B5EF4-FFF2-40B4-BE49-F238E27FC236}">
                <a16:creationId xmlns:a16="http://schemas.microsoft.com/office/drawing/2014/main" id="{6C71BAAC-369B-DB1F-9B69-3A3F9A95F2FD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5A843CC8-C921-BBE2-523A-DABBBEACE23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6" y="2828925"/>
            <a:ext cx="4964809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345BF5C-D357-03F9-E50E-2BD30D642DFF}"/>
              </a:ext>
            </a:extLst>
          </p:cNvPr>
          <p:cNvSpPr/>
          <p:nvPr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D703F022-8B6B-E2BD-D686-41359221073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499825" y="2828925"/>
            <a:ext cx="4964809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13" name="Bildplatzhalter 37">
            <a:extLst>
              <a:ext uri="{FF2B5EF4-FFF2-40B4-BE49-F238E27FC236}">
                <a16:creationId xmlns:a16="http://schemas.microsoft.com/office/drawing/2014/main" id="{9373CE6C-0C45-D67F-B27A-942CDAF7D959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6" name="Bildplatzhalter 37">
            <a:extLst>
              <a:ext uri="{FF2B5EF4-FFF2-40B4-BE49-F238E27FC236}">
                <a16:creationId xmlns:a16="http://schemas.microsoft.com/office/drawing/2014/main" id="{B4005A1B-DB59-667A-137C-45B05A4B1D6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6499825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22A2A79A-3DD8-B2AF-47B8-455A86B9706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532486" y="2080194"/>
            <a:ext cx="4159969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0E9B1506-AA0A-B7BB-6514-EA428F511A9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7304665" y="2080194"/>
            <a:ext cx="4159969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480C993-7671-6A90-5820-C97C09C837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41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Textfelder + kleine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bgerundetes Rechteck 1">
            <a:extLst>
              <a:ext uri="{FF2B5EF4-FFF2-40B4-BE49-F238E27FC236}">
                <a16:creationId xmlns:a16="http://schemas.microsoft.com/office/drawing/2014/main" id="{3D53292C-582C-7B3C-88B8-6EAECC4250B4}"/>
              </a:ext>
            </a:extLst>
          </p:cNvPr>
          <p:cNvSpPr/>
          <p:nvPr userDrawn="1"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15">
            <a:extLst>
              <a:ext uri="{FF2B5EF4-FFF2-40B4-BE49-F238E27FC236}">
                <a16:creationId xmlns:a16="http://schemas.microsoft.com/office/drawing/2014/main" id="{B1A47490-9E71-C3FC-714B-13D89308F58B}"/>
              </a:ext>
            </a:extLst>
          </p:cNvPr>
          <p:cNvSpPr/>
          <p:nvPr userDrawn="1"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Abgerundetes Rechteck 20">
            <a:extLst>
              <a:ext uri="{FF2B5EF4-FFF2-40B4-BE49-F238E27FC236}">
                <a16:creationId xmlns:a16="http://schemas.microsoft.com/office/drawing/2014/main" id="{4FA2A046-E3F6-E001-FF88-F7C4268BB78B}"/>
              </a:ext>
            </a:extLst>
          </p:cNvPr>
          <p:cNvSpPr/>
          <p:nvPr userDrawn="1"/>
        </p:nvSpPr>
        <p:spPr>
          <a:xfrm>
            <a:off x="8095973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D67F53A2-7CAB-35B7-E1AF-BFE4B99E6F0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6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9" name="Bildplatzhalter 37">
            <a:extLst>
              <a:ext uri="{FF2B5EF4-FFF2-40B4-BE49-F238E27FC236}">
                <a16:creationId xmlns:a16="http://schemas.microsoft.com/office/drawing/2014/main" id="{D7579333-08AB-4A34-E947-3C4926DA43A9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5C2B8632-A9D5-3F09-9FD8-221BC1FA4C6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32015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B97A1C69-9D63-4764-F537-3989FB951DD4}"/>
              </a:ext>
            </a:extLst>
          </p:cNvPr>
          <p:cNvSpPr/>
          <p:nvPr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Inhaltsplatzhalter 10">
            <a:extLst>
              <a:ext uri="{FF2B5EF4-FFF2-40B4-BE49-F238E27FC236}">
                <a16:creationId xmlns:a16="http://schemas.microsoft.com/office/drawing/2014/main" id="{3F0C00CD-9615-DC12-1736-E09EF1D9274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4575514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19" name="Bildplatzhalter 37">
            <a:extLst>
              <a:ext uri="{FF2B5EF4-FFF2-40B4-BE49-F238E27FC236}">
                <a16:creationId xmlns:a16="http://schemas.microsoft.com/office/drawing/2014/main" id="{49C8EE49-281C-BBA6-8BA6-6F1C01C7D449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4575514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0C407996-2BF1-AAA6-C780-E30913A0F00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379883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21" name="Abgerundetes Rechteck 20">
            <a:extLst>
              <a:ext uri="{FF2B5EF4-FFF2-40B4-BE49-F238E27FC236}">
                <a16:creationId xmlns:a16="http://schemas.microsoft.com/office/drawing/2014/main" id="{282A727E-ECE1-793C-E44A-80BEB47AD2B1}"/>
              </a:ext>
            </a:extLst>
          </p:cNvPr>
          <p:cNvSpPr/>
          <p:nvPr/>
        </p:nvSpPr>
        <p:spPr>
          <a:xfrm>
            <a:off x="8095973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F291F6D3-AAE7-63F4-3B60-AB99E61E44AD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23382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23" name="Bildplatzhalter 37">
            <a:extLst>
              <a:ext uri="{FF2B5EF4-FFF2-40B4-BE49-F238E27FC236}">
                <a16:creationId xmlns:a16="http://schemas.microsoft.com/office/drawing/2014/main" id="{DADD026C-D7EF-DA1F-2453-A76D64521C4C}"/>
              </a:ext>
            </a:extLst>
          </p:cNvPr>
          <p:cNvSpPr>
            <a:spLocks noGrp="1" noChangeAspect="1"/>
          </p:cNvSpPr>
          <p:nvPr>
            <p:ph type="pic" sz="quarter" idx="38" hasCustomPrompt="1"/>
          </p:nvPr>
        </p:nvSpPr>
        <p:spPr>
          <a:xfrm>
            <a:off x="8423382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C4EF13A4-5C99-8016-392C-69FC41D98299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227751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3DF338A-5D6B-E4CB-9E75-AEB6E98CBC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926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Textfelder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1">
            <a:extLst>
              <a:ext uri="{FF2B5EF4-FFF2-40B4-BE49-F238E27FC236}">
                <a16:creationId xmlns:a16="http://schemas.microsoft.com/office/drawing/2014/main" id="{04046D22-0D14-8B07-BF4A-A72FF2BB545D}"/>
              </a:ext>
            </a:extLst>
          </p:cNvPr>
          <p:cNvSpPr/>
          <p:nvPr userDrawn="1"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38">
            <a:extLst>
              <a:ext uri="{FF2B5EF4-FFF2-40B4-BE49-F238E27FC236}">
                <a16:creationId xmlns:a16="http://schemas.microsoft.com/office/drawing/2014/main" id="{A403CC7A-F4D2-5629-CDC3-08E18A686C23}"/>
              </a:ext>
            </a:extLst>
          </p:cNvPr>
          <p:cNvSpPr/>
          <p:nvPr userDrawn="1"/>
        </p:nvSpPr>
        <p:spPr>
          <a:xfrm>
            <a:off x="4248246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Abgerundetes Rechteck 39">
            <a:extLst>
              <a:ext uri="{FF2B5EF4-FFF2-40B4-BE49-F238E27FC236}">
                <a16:creationId xmlns:a16="http://schemas.microsoft.com/office/drawing/2014/main" id="{1707A0EC-496D-7AA0-D07F-F4C99833832D}"/>
              </a:ext>
            </a:extLst>
          </p:cNvPr>
          <p:cNvSpPr/>
          <p:nvPr userDrawn="1"/>
        </p:nvSpPr>
        <p:spPr>
          <a:xfrm>
            <a:off x="8096254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9976A064-2A8F-E7E0-F152-B0AE9F9396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7647" y="1998680"/>
            <a:ext cx="3040970" cy="531446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38" name="Bildplatzhalter 37">
            <a:extLst>
              <a:ext uri="{FF2B5EF4-FFF2-40B4-BE49-F238E27FC236}">
                <a16:creationId xmlns:a16="http://schemas.microsoft.com/office/drawing/2014/main" id="{113A6A42-4D53-73E2-BC4D-36E0A3C552AB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1565932" y="2759653"/>
            <a:ext cx="1364400" cy="136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9" name="Abgerundetes Rechteck 38">
            <a:extLst>
              <a:ext uri="{FF2B5EF4-FFF2-40B4-BE49-F238E27FC236}">
                <a16:creationId xmlns:a16="http://schemas.microsoft.com/office/drawing/2014/main" id="{81578355-0D9B-64FA-E4CE-98AD72ED456C}"/>
              </a:ext>
            </a:extLst>
          </p:cNvPr>
          <p:cNvSpPr/>
          <p:nvPr/>
        </p:nvSpPr>
        <p:spPr>
          <a:xfrm>
            <a:off x="4248246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7A244AA8-1DFA-A55B-5B2F-10E5D6A09F96}"/>
              </a:ext>
            </a:extLst>
          </p:cNvPr>
          <p:cNvSpPr/>
          <p:nvPr/>
        </p:nvSpPr>
        <p:spPr>
          <a:xfrm>
            <a:off x="8096254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1" name="Textplatzhalter 13">
            <a:extLst>
              <a:ext uri="{FF2B5EF4-FFF2-40B4-BE49-F238E27FC236}">
                <a16:creationId xmlns:a16="http://schemas.microsoft.com/office/drawing/2014/main" id="{AEC3F5D8-1649-025A-4003-9597DF65C5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5656" y="1998680"/>
            <a:ext cx="3040970" cy="531446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43" name="Bildplatzhalter 37">
            <a:extLst>
              <a:ext uri="{FF2B5EF4-FFF2-40B4-BE49-F238E27FC236}">
                <a16:creationId xmlns:a16="http://schemas.microsoft.com/office/drawing/2014/main" id="{636E05DD-15DE-B425-1938-A4D83B6D405C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13941" y="2759653"/>
            <a:ext cx="1364400" cy="136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AT" noProof="0" err="1"/>
              <a:t>icon</a:t>
            </a:r>
            <a:endParaRPr lang="de-AT" noProof="0"/>
          </a:p>
        </p:txBody>
      </p:sp>
      <p:sp>
        <p:nvSpPr>
          <p:cNvPr id="44" name="Textplatzhalter 13">
            <a:extLst>
              <a:ext uri="{FF2B5EF4-FFF2-40B4-BE49-F238E27FC236}">
                <a16:creationId xmlns:a16="http://schemas.microsoft.com/office/drawing/2014/main" id="{FB6FF847-22A1-33ED-F946-EDE59766FF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23664" y="1998680"/>
            <a:ext cx="3040970" cy="531446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46" name="Bildplatzhalter 37">
            <a:extLst>
              <a:ext uri="{FF2B5EF4-FFF2-40B4-BE49-F238E27FC236}">
                <a16:creationId xmlns:a16="http://schemas.microsoft.com/office/drawing/2014/main" id="{DF3DB8C4-A2A9-AC4F-EDCC-8C35D88AF034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9261949" y="2759653"/>
            <a:ext cx="1364400" cy="136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AT" noProof="0" err="1"/>
              <a:t>icon</a:t>
            </a:r>
            <a:endParaRPr lang="de-AT" noProof="0"/>
          </a:p>
        </p:txBody>
      </p:sp>
      <p:sp>
        <p:nvSpPr>
          <p:cNvPr id="52" name="Textplatzhalter 13">
            <a:extLst>
              <a:ext uri="{FF2B5EF4-FFF2-40B4-BE49-F238E27FC236}">
                <a16:creationId xmlns:a16="http://schemas.microsoft.com/office/drawing/2014/main" id="{303F4482-D250-E1FA-B40E-FA8EB32A35F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27647" y="4581527"/>
            <a:ext cx="3040970" cy="1482389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53" name="Textplatzhalter 13">
            <a:extLst>
              <a:ext uri="{FF2B5EF4-FFF2-40B4-BE49-F238E27FC236}">
                <a16:creationId xmlns:a16="http://schemas.microsoft.com/office/drawing/2014/main" id="{05988A13-5F79-F27E-304F-93FDC16F671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75656" y="4581527"/>
            <a:ext cx="3040970" cy="1482389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54" name="Textplatzhalter 13">
            <a:extLst>
              <a:ext uri="{FF2B5EF4-FFF2-40B4-BE49-F238E27FC236}">
                <a16:creationId xmlns:a16="http://schemas.microsoft.com/office/drawing/2014/main" id="{20EDF27E-0490-3843-725F-01CE69F7E79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23664" y="4581527"/>
            <a:ext cx="3040970" cy="1482389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74182E2-1242-9DDA-FC17-97AA0BF867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52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Textfelder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bgerundetes Rechteck 1">
            <a:extLst>
              <a:ext uri="{FF2B5EF4-FFF2-40B4-BE49-F238E27FC236}">
                <a16:creationId xmlns:a16="http://schemas.microsoft.com/office/drawing/2014/main" id="{FC2AE4DC-CA7C-C48B-6DA8-8EEE652E475C}"/>
              </a:ext>
            </a:extLst>
          </p:cNvPr>
          <p:cNvSpPr/>
          <p:nvPr userDrawn="1"/>
        </p:nvSpPr>
        <p:spPr>
          <a:xfrm>
            <a:off x="400237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13">
            <a:extLst>
              <a:ext uri="{FF2B5EF4-FFF2-40B4-BE49-F238E27FC236}">
                <a16:creationId xmlns:a16="http://schemas.microsoft.com/office/drawing/2014/main" id="{713257BF-BBDA-EC01-FBC6-7672D803546D}"/>
              </a:ext>
            </a:extLst>
          </p:cNvPr>
          <p:cNvSpPr/>
          <p:nvPr userDrawn="1"/>
        </p:nvSpPr>
        <p:spPr>
          <a:xfrm>
            <a:off x="3282760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Abgerundetes Rechteck 15">
            <a:extLst>
              <a:ext uri="{FF2B5EF4-FFF2-40B4-BE49-F238E27FC236}">
                <a16:creationId xmlns:a16="http://schemas.microsoft.com/office/drawing/2014/main" id="{19C22D00-107B-F0BB-80EC-A26136003B45}"/>
              </a:ext>
            </a:extLst>
          </p:cNvPr>
          <p:cNvSpPr/>
          <p:nvPr userDrawn="1"/>
        </p:nvSpPr>
        <p:spPr>
          <a:xfrm>
            <a:off x="6165283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Abgerundetes Rechteck 16">
            <a:extLst>
              <a:ext uri="{FF2B5EF4-FFF2-40B4-BE49-F238E27FC236}">
                <a16:creationId xmlns:a16="http://schemas.microsoft.com/office/drawing/2014/main" id="{D693B120-A0FA-296B-B49E-67F38B6F8A7F}"/>
              </a:ext>
            </a:extLst>
          </p:cNvPr>
          <p:cNvSpPr/>
          <p:nvPr userDrawn="1"/>
        </p:nvSpPr>
        <p:spPr>
          <a:xfrm>
            <a:off x="9047806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7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E27F0588-B76F-0929-F2B5-7626FA998126}"/>
              </a:ext>
            </a:extLst>
          </p:cNvPr>
          <p:cNvSpPr/>
          <p:nvPr/>
        </p:nvSpPr>
        <p:spPr>
          <a:xfrm>
            <a:off x="3282760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110989CA-36BC-7174-C2B9-35694DD6BD8F}"/>
              </a:ext>
            </a:extLst>
          </p:cNvPr>
          <p:cNvSpPr/>
          <p:nvPr/>
        </p:nvSpPr>
        <p:spPr>
          <a:xfrm>
            <a:off x="6165283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5CA9B1EA-EE91-33A7-1B0E-507FD449EEAC}"/>
              </a:ext>
            </a:extLst>
          </p:cNvPr>
          <p:cNvSpPr/>
          <p:nvPr/>
        </p:nvSpPr>
        <p:spPr>
          <a:xfrm>
            <a:off x="9047806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Inhaltsplatzhalter 10">
            <a:extLst>
              <a:ext uri="{FF2B5EF4-FFF2-40B4-BE49-F238E27FC236}">
                <a16:creationId xmlns:a16="http://schemas.microsoft.com/office/drawing/2014/main" id="{3FEA1ED8-F676-3F0D-75B7-041257DA17F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6" y="2828925"/>
            <a:ext cx="2089420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0" name="Bildplatzhalter 37">
            <a:extLst>
              <a:ext uri="{FF2B5EF4-FFF2-40B4-BE49-F238E27FC236}">
                <a16:creationId xmlns:a16="http://schemas.microsoft.com/office/drawing/2014/main" id="{30BBDD4E-1C1A-4781-E0C3-D7B0AE2F4A4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3" name="Inhaltsplatzhalter 10">
            <a:extLst>
              <a:ext uri="{FF2B5EF4-FFF2-40B4-BE49-F238E27FC236}">
                <a16:creationId xmlns:a16="http://schemas.microsoft.com/office/drawing/2014/main" id="{B939B316-EE01-FB4F-ADFA-896C9B7EB628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3604662" y="2828925"/>
            <a:ext cx="2089420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4" name="Bildplatzhalter 37">
            <a:extLst>
              <a:ext uri="{FF2B5EF4-FFF2-40B4-BE49-F238E27FC236}">
                <a16:creationId xmlns:a16="http://schemas.microsoft.com/office/drawing/2014/main" id="{8CE21DA3-6E86-D205-58B7-36B68B4A55E6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3604662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1D20FBCE-987E-AFA8-86E9-BE4FA50D7C2B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481676" y="2828925"/>
            <a:ext cx="2089420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5367A017-7A95-B462-6C15-A16C1F9931F9}"/>
              </a:ext>
            </a:extLst>
          </p:cNvPr>
          <p:cNvSpPr>
            <a:spLocks noGrp="1" noChangeAspect="1"/>
          </p:cNvSpPr>
          <p:nvPr>
            <p:ph type="pic" sz="quarter" idx="38" hasCustomPrompt="1"/>
          </p:nvPr>
        </p:nvSpPr>
        <p:spPr>
          <a:xfrm>
            <a:off x="6481676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1E28899B-C574-A9A5-6843-9939078CBC67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374934" y="2828925"/>
            <a:ext cx="2089420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30" name="Bildplatzhalter 37">
            <a:extLst>
              <a:ext uri="{FF2B5EF4-FFF2-40B4-BE49-F238E27FC236}">
                <a16:creationId xmlns:a16="http://schemas.microsoft.com/office/drawing/2014/main" id="{DC7E724F-17DD-AD89-445D-9086DD27E8F0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9374934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523EF45-B995-8361-F7AF-FFA045E8E9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15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felder rech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bgerundetes Rechteck 1">
            <a:extLst>
              <a:ext uri="{FF2B5EF4-FFF2-40B4-BE49-F238E27FC236}">
                <a16:creationId xmlns:a16="http://schemas.microsoft.com/office/drawing/2014/main" id="{02A2FE73-F30F-4A23-4A2C-F8C260B4D960}"/>
              </a:ext>
            </a:extLst>
          </p:cNvPr>
          <p:cNvSpPr/>
          <p:nvPr userDrawn="1"/>
        </p:nvSpPr>
        <p:spPr>
          <a:xfrm>
            <a:off x="4939990" y="3670789"/>
            <a:ext cx="6852054" cy="2580786"/>
          </a:xfrm>
          <a:prstGeom prst="roundRect">
            <a:avLst>
              <a:gd name="adj" fmla="val 488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Abgerundetes Rechteck 6">
            <a:extLst>
              <a:ext uri="{FF2B5EF4-FFF2-40B4-BE49-F238E27FC236}">
                <a16:creationId xmlns:a16="http://schemas.microsoft.com/office/drawing/2014/main" id="{4E1689A9-5DE4-DE1A-68D0-442E1A719FFE}"/>
              </a:ext>
            </a:extLst>
          </p:cNvPr>
          <p:cNvSpPr/>
          <p:nvPr userDrawn="1"/>
        </p:nvSpPr>
        <p:spPr>
          <a:xfrm>
            <a:off x="4939990" y="951996"/>
            <a:ext cx="6852054" cy="2580786"/>
          </a:xfrm>
          <a:prstGeom prst="roundRect">
            <a:avLst>
              <a:gd name="adj" fmla="val 488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D981929E-1AF1-D477-F72F-9CD0F2B0F86A}"/>
              </a:ext>
            </a:extLst>
          </p:cNvPr>
          <p:cNvSpPr/>
          <p:nvPr/>
        </p:nvSpPr>
        <p:spPr>
          <a:xfrm>
            <a:off x="4939990" y="3670789"/>
            <a:ext cx="6852054" cy="2580786"/>
          </a:xfrm>
          <a:prstGeom prst="roundRect">
            <a:avLst>
              <a:gd name="adj" fmla="val 488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FD6820DF-53EF-F356-39EF-8AD5082150AD}"/>
              </a:ext>
            </a:extLst>
          </p:cNvPr>
          <p:cNvSpPr/>
          <p:nvPr/>
        </p:nvSpPr>
        <p:spPr>
          <a:xfrm>
            <a:off x="4939990" y="951996"/>
            <a:ext cx="6852054" cy="2580786"/>
          </a:xfrm>
          <a:prstGeom prst="roundRect">
            <a:avLst>
              <a:gd name="adj" fmla="val 488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Bildplatzhalter 37">
            <a:extLst>
              <a:ext uri="{FF2B5EF4-FFF2-40B4-BE49-F238E27FC236}">
                <a16:creationId xmlns:a16="http://schemas.microsoft.com/office/drawing/2014/main" id="{F96A69E8-284D-ABA5-C1D1-35132EBD5F9E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5319132" y="3939997"/>
            <a:ext cx="608790" cy="6087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68370172-26C6-EB15-4625-FE03AF21D06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319132" y="4643781"/>
            <a:ext cx="6093770" cy="1288314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11" name="Bildplatzhalter 37">
            <a:extLst>
              <a:ext uri="{FF2B5EF4-FFF2-40B4-BE49-F238E27FC236}">
                <a16:creationId xmlns:a16="http://schemas.microsoft.com/office/drawing/2014/main" id="{68CFFA9D-5591-36F8-20A0-2B3E159B64CF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319132" y="1219768"/>
            <a:ext cx="608790" cy="6087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3EDB265B-A54B-425D-9883-77516718C47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19132" y="1923552"/>
            <a:ext cx="6093770" cy="1288314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11480D25-8D11-B976-A4E4-7A6D521B0E3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096000" y="1219767"/>
            <a:ext cx="5316902" cy="6087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FD075AAC-97DC-5DB0-496D-440B26B368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096000" y="3939997"/>
            <a:ext cx="5316902" cy="6087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FFCD11B-3EBC-8036-0B89-CFB5CBB3A0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087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  <p15:guide id="3" pos="3114" userDrawn="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Textfelder rech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15">
            <a:extLst>
              <a:ext uri="{FF2B5EF4-FFF2-40B4-BE49-F238E27FC236}">
                <a16:creationId xmlns:a16="http://schemas.microsoft.com/office/drawing/2014/main" id="{7A2B8D1E-BBED-7ABD-9340-6B3E0B4C7DFF}"/>
              </a:ext>
            </a:extLst>
          </p:cNvPr>
          <p:cNvSpPr/>
          <p:nvPr userDrawn="1"/>
        </p:nvSpPr>
        <p:spPr>
          <a:xfrm>
            <a:off x="4939990" y="951996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Abgerundetes Rechteck 17">
            <a:extLst>
              <a:ext uri="{FF2B5EF4-FFF2-40B4-BE49-F238E27FC236}">
                <a16:creationId xmlns:a16="http://schemas.microsoft.com/office/drawing/2014/main" id="{498830A6-7357-EF51-217F-9A057E32569F}"/>
              </a:ext>
            </a:extLst>
          </p:cNvPr>
          <p:cNvSpPr/>
          <p:nvPr userDrawn="1"/>
        </p:nvSpPr>
        <p:spPr>
          <a:xfrm>
            <a:off x="4939990" y="2763170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18">
            <a:extLst>
              <a:ext uri="{FF2B5EF4-FFF2-40B4-BE49-F238E27FC236}">
                <a16:creationId xmlns:a16="http://schemas.microsoft.com/office/drawing/2014/main" id="{A4B8D842-1B59-8F6A-2340-BDA3CCF42EF6}"/>
              </a:ext>
            </a:extLst>
          </p:cNvPr>
          <p:cNvSpPr/>
          <p:nvPr userDrawn="1"/>
        </p:nvSpPr>
        <p:spPr>
          <a:xfrm>
            <a:off x="4939990" y="4574344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09724CC2-630E-C3D2-8E09-99D4A3B7A97C}"/>
              </a:ext>
            </a:extLst>
          </p:cNvPr>
          <p:cNvSpPr/>
          <p:nvPr/>
        </p:nvSpPr>
        <p:spPr>
          <a:xfrm>
            <a:off x="4939990" y="951996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FA983A3D-3C0F-4982-470F-5F75D9ADA35D}"/>
              </a:ext>
            </a:extLst>
          </p:cNvPr>
          <p:cNvSpPr/>
          <p:nvPr/>
        </p:nvSpPr>
        <p:spPr>
          <a:xfrm>
            <a:off x="4939990" y="2763170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Abgerundetes Rechteck 18">
            <a:extLst>
              <a:ext uri="{FF2B5EF4-FFF2-40B4-BE49-F238E27FC236}">
                <a16:creationId xmlns:a16="http://schemas.microsoft.com/office/drawing/2014/main" id="{712D37C9-6B9F-F361-16EB-A97ACAC59389}"/>
              </a:ext>
            </a:extLst>
          </p:cNvPr>
          <p:cNvSpPr/>
          <p:nvPr/>
        </p:nvSpPr>
        <p:spPr>
          <a:xfrm>
            <a:off x="4939990" y="4574344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Bildplatzhalter 37">
            <a:extLst>
              <a:ext uri="{FF2B5EF4-FFF2-40B4-BE49-F238E27FC236}">
                <a16:creationId xmlns:a16="http://schemas.microsoft.com/office/drawing/2014/main" id="{9338BC26-263C-A75F-429A-184C7F36FBA9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251976" y="1402968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00987232-8269-B6AC-4688-9FCC3D0518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05796" y="1183111"/>
            <a:ext cx="5107105" cy="1215000"/>
          </a:xfrm>
        </p:spPr>
        <p:txBody>
          <a:bodyPr anchor="ctr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5" name="Bildplatzhalter 37">
            <a:extLst>
              <a:ext uri="{FF2B5EF4-FFF2-40B4-BE49-F238E27FC236}">
                <a16:creationId xmlns:a16="http://schemas.microsoft.com/office/drawing/2014/main" id="{00270957-B142-157F-46F3-4F0CD441AA9C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5251976" y="3214142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ECC66C8F-655D-19E9-6076-E8E1982C4C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05796" y="2994285"/>
            <a:ext cx="5107105" cy="1215000"/>
          </a:xfrm>
        </p:spPr>
        <p:txBody>
          <a:bodyPr anchor="ctr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75A17EE7-402A-0A57-5431-1CCBC8E04AA4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5251976" y="5025316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8" name="Textplatzhalter 13">
            <a:extLst>
              <a:ext uri="{FF2B5EF4-FFF2-40B4-BE49-F238E27FC236}">
                <a16:creationId xmlns:a16="http://schemas.microsoft.com/office/drawing/2014/main" id="{136AC140-2EC2-3725-274D-DA4CB3780BC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05796" y="4805459"/>
            <a:ext cx="5107105" cy="1215000"/>
          </a:xfrm>
        </p:spPr>
        <p:txBody>
          <a:bodyPr anchor="ctr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61C96A1-E09E-12BF-8B6D-5FC91058FC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430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  <p15:guide id="3" pos="3114" userDrawn="1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Textfelder rech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13">
            <a:extLst>
              <a:ext uri="{FF2B5EF4-FFF2-40B4-BE49-F238E27FC236}">
                <a16:creationId xmlns:a16="http://schemas.microsoft.com/office/drawing/2014/main" id="{54559012-AF96-A70A-BC2C-7EA6593556D4}"/>
              </a:ext>
            </a:extLst>
          </p:cNvPr>
          <p:cNvSpPr/>
          <p:nvPr userDrawn="1"/>
        </p:nvSpPr>
        <p:spPr>
          <a:xfrm>
            <a:off x="4939990" y="951997"/>
            <a:ext cx="6852054" cy="1216079"/>
          </a:xfrm>
          <a:prstGeom prst="roundRect">
            <a:avLst>
              <a:gd name="adj" fmla="val 1036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Abgerundetes Rechteck 19">
            <a:extLst>
              <a:ext uri="{FF2B5EF4-FFF2-40B4-BE49-F238E27FC236}">
                <a16:creationId xmlns:a16="http://schemas.microsoft.com/office/drawing/2014/main" id="{55161780-3B49-1748-5F42-C0EFC94CE527}"/>
              </a:ext>
            </a:extLst>
          </p:cNvPr>
          <p:cNvSpPr/>
          <p:nvPr userDrawn="1"/>
        </p:nvSpPr>
        <p:spPr>
          <a:xfrm>
            <a:off x="4939990" y="2313162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22">
            <a:extLst>
              <a:ext uri="{FF2B5EF4-FFF2-40B4-BE49-F238E27FC236}">
                <a16:creationId xmlns:a16="http://schemas.microsoft.com/office/drawing/2014/main" id="{B7E47965-AD3C-F07F-4955-592ACC52FF0E}"/>
              </a:ext>
            </a:extLst>
          </p:cNvPr>
          <p:cNvSpPr/>
          <p:nvPr userDrawn="1"/>
        </p:nvSpPr>
        <p:spPr>
          <a:xfrm>
            <a:off x="4939990" y="3674328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Abgerundetes Rechteck 28">
            <a:extLst>
              <a:ext uri="{FF2B5EF4-FFF2-40B4-BE49-F238E27FC236}">
                <a16:creationId xmlns:a16="http://schemas.microsoft.com/office/drawing/2014/main" id="{19EA2958-27B1-D7EC-EC50-9D6AF36FDBF5}"/>
              </a:ext>
            </a:extLst>
          </p:cNvPr>
          <p:cNvSpPr/>
          <p:nvPr userDrawn="1"/>
        </p:nvSpPr>
        <p:spPr>
          <a:xfrm>
            <a:off x="4939990" y="5035495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1361D3DF-0409-31F4-511A-50F15095A109}"/>
              </a:ext>
            </a:extLst>
          </p:cNvPr>
          <p:cNvSpPr/>
          <p:nvPr/>
        </p:nvSpPr>
        <p:spPr>
          <a:xfrm>
            <a:off x="4939990" y="951997"/>
            <a:ext cx="6852054" cy="1216079"/>
          </a:xfrm>
          <a:prstGeom prst="roundRect">
            <a:avLst>
              <a:gd name="adj" fmla="val 1036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ECCF9394-0163-A7E9-EAEA-32A97CF5FB89}"/>
              </a:ext>
            </a:extLst>
          </p:cNvPr>
          <p:cNvSpPr/>
          <p:nvPr/>
        </p:nvSpPr>
        <p:spPr>
          <a:xfrm>
            <a:off x="4939990" y="2313162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Abgerundetes Rechteck 22">
            <a:extLst>
              <a:ext uri="{FF2B5EF4-FFF2-40B4-BE49-F238E27FC236}">
                <a16:creationId xmlns:a16="http://schemas.microsoft.com/office/drawing/2014/main" id="{52208270-45A0-81D4-60DF-2570916321A1}"/>
              </a:ext>
            </a:extLst>
          </p:cNvPr>
          <p:cNvSpPr/>
          <p:nvPr/>
        </p:nvSpPr>
        <p:spPr>
          <a:xfrm>
            <a:off x="4939990" y="3674328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68932B5F-2BCC-6748-2CE2-D66C73F5BEE1}"/>
              </a:ext>
            </a:extLst>
          </p:cNvPr>
          <p:cNvSpPr/>
          <p:nvPr/>
        </p:nvSpPr>
        <p:spPr>
          <a:xfrm>
            <a:off x="4939990" y="5035495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Bildplatzhalter 37">
            <a:extLst>
              <a:ext uri="{FF2B5EF4-FFF2-40B4-BE49-F238E27FC236}">
                <a16:creationId xmlns:a16="http://schemas.microsoft.com/office/drawing/2014/main" id="{A73CC244-3CCF-951A-B5BE-D0288D9D44B9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251976" y="1172393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B133B753-5BF3-E7BE-03E5-D5FB3E9B66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05796" y="1062464"/>
            <a:ext cx="5107105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33" name="Bildplatzhalter 37">
            <a:extLst>
              <a:ext uri="{FF2B5EF4-FFF2-40B4-BE49-F238E27FC236}">
                <a16:creationId xmlns:a16="http://schemas.microsoft.com/office/drawing/2014/main" id="{F8D6AD81-DA06-2F2B-3F7B-5628DF842260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5251976" y="2533559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72551A18-AC16-7FA8-C1D4-36CF78EB8D9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05796" y="2423630"/>
            <a:ext cx="5107105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35" name="Bildplatzhalter 37">
            <a:extLst>
              <a:ext uri="{FF2B5EF4-FFF2-40B4-BE49-F238E27FC236}">
                <a16:creationId xmlns:a16="http://schemas.microsoft.com/office/drawing/2014/main" id="{235C9175-033B-F560-2EDA-873B5D75811D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5251976" y="3894725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97A6E2C2-5B8C-3BFF-370C-51129E7B2ED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05796" y="3784796"/>
            <a:ext cx="5107105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37" name="Bildplatzhalter 37">
            <a:extLst>
              <a:ext uri="{FF2B5EF4-FFF2-40B4-BE49-F238E27FC236}">
                <a16:creationId xmlns:a16="http://schemas.microsoft.com/office/drawing/2014/main" id="{B196AA35-1B37-6500-24D1-439FA12FE1A6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5251976" y="5255892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8" name="Textplatzhalter 13">
            <a:extLst>
              <a:ext uri="{FF2B5EF4-FFF2-40B4-BE49-F238E27FC236}">
                <a16:creationId xmlns:a16="http://schemas.microsoft.com/office/drawing/2014/main" id="{3451E5F4-58B2-5C86-629A-3A1F726AE4A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05796" y="5145963"/>
            <a:ext cx="5107105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18232EC-F7A0-DBC4-3F5A-B859F78D0E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1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  <p15:guide id="3" pos="3114" userDrawn="1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Textfelder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6">
            <a:extLst>
              <a:ext uri="{FF2B5EF4-FFF2-40B4-BE49-F238E27FC236}">
                <a16:creationId xmlns:a16="http://schemas.microsoft.com/office/drawing/2014/main" id="{22D59DC1-6B80-3719-6A66-4B3DA08CF1AA}"/>
              </a:ext>
            </a:extLst>
          </p:cNvPr>
          <p:cNvSpPr/>
          <p:nvPr userDrawn="1"/>
        </p:nvSpPr>
        <p:spPr>
          <a:xfrm>
            <a:off x="4939990" y="951996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Abgerundetes Rechteck 21">
            <a:extLst>
              <a:ext uri="{FF2B5EF4-FFF2-40B4-BE49-F238E27FC236}">
                <a16:creationId xmlns:a16="http://schemas.microsoft.com/office/drawing/2014/main" id="{2198FB8E-9110-4E41-0D1D-597AC929919A}"/>
              </a:ext>
            </a:extLst>
          </p:cNvPr>
          <p:cNvSpPr/>
          <p:nvPr userDrawn="1"/>
        </p:nvSpPr>
        <p:spPr>
          <a:xfrm>
            <a:off x="8433037" y="951996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Abgerundetes Rechteck 26">
            <a:extLst>
              <a:ext uri="{FF2B5EF4-FFF2-40B4-BE49-F238E27FC236}">
                <a16:creationId xmlns:a16="http://schemas.microsoft.com/office/drawing/2014/main" id="{07518F85-2F4B-5D7A-9C1F-61945F25A38C}"/>
              </a:ext>
            </a:extLst>
          </p:cNvPr>
          <p:cNvSpPr/>
          <p:nvPr userDrawn="1"/>
        </p:nvSpPr>
        <p:spPr>
          <a:xfrm>
            <a:off x="4939990" y="2763170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Abgerundetes Rechteck 27">
            <a:extLst>
              <a:ext uri="{FF2B5EF4-FFF2-40B4-BE49-F238E27FC236}">
                <a16:creationId xmlns:a16="http://schemas.microsoft.com/office/drawing/2014/main" id="{4899BEEE-C816-E9E6-6893-65AE5931BFAA}"/>
              </a:ext>
            </a:extLst>
          </p:cNvPr>
          <p:cNvSpPr/>
          <p:nvPr userDrawn="1"/>
        </p:nvSpPr>
        <p:spPr>
          <a:xfrm>
            <a:off x="8433037" y="2763170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38">
            <a:extLst>
              <a:ext uri="{FF2B5EF4-FFF2-40B4-BE49-F238E27FC236}">
                <a16:creationId xmlns:a16="http://schemas.microsoft.com/office/drawing/2014/main" id="{F7128E0E-124C-195D-1B45-0D37728761C3}"/>
              </a:ext>
            </a:extLst>
          </p:cNvPr>
          <p:cNvSpPr/>
          <p:nvPr userDrawn="1"/>
        </p:nvSpPr>
        <p:spPr>
          <a:xfrm>
            <a:off x="4939990" y="4574344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Abgerundetes Rechteck 39">
            <a:extLst>
              <a:ext uri="{FF2B5EF4-FFF2-40B4-BE49-F238E27FC236}">
                <a16:creationId xmlns:a16="http://schemas.microsoft.com/office/drawing/2014/main" id="{781744AE-A7CC-2C1D-739D-AF3A86224E04}"/>
              </a:ext>
            </a:extLst>
          </p:cNvPr>
          <p:cNvSpPr/>
          <p:nvPr userDrawn="1"/>
        </p:nvSpPr>
        <p:spPr>
          <a:xfrm>
            <a:off x="8433037" y="4574344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E9BE19EC-E653-F841-5F40-4E039463519F}"/>
              </a:ext>
            </a:extLst>
          </p:cNvPr>
          <p:cNvSpPr/>
          <p:nvPr/>
        </p:nvSpPr>
        <p:spPr>
          <a:xfrm>
            <a:off x="4939990" y="951996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077EA993-CB27-A051-F30D-5843EDB2C212}"/>
              </a:ext>
            </a:extLst>
          </p:cNvPr>
          <p:cNvSpPr/>
          <p:nvPr/>
        </p:nvSpPr>
        <p:spPr>
          <a:xfrm>
            <a:off x="8433037" y="951996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Abgerundetes Rechteck 26">
            <a:extLst>
              <a:ext uri="{FF2B5EF4-FFF2-40B4-BE49-F238E27FC236}">
                <a16:creationId xmlns:a16="http://schemas.microsoft.com/office/drawing/2014/main" id="{85947807-0CDE-6A94-ECEA-D8A11FA067B7}"/>
              </a:ext>
            </a:extLst>
          </p:cNvPr>
          <p:cNvSpPr/>
          <p:nvPr/>
        </p:nvSpPr>
        <p:spPr>
          <a:xfrm>
            <a:off x="4939990" y="2763170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Abgerundetes Rechteck 27">
            <a:extLst>
              <a:ext uri="{FF2B5EF4-FFF2-40B4-BE49-F238E27FC236}">
                <a16:creationId xmlns:a16="http://schemas.microsoft.com/office/drawing/2014/main" id="{B92CBB7B-A7F7-4E2F-6528-EDF2A94CE24C}"/>
              </a:ext>
            </a:extLst>
          </p:cNvPr>
          <p:cNvSpPr/>
          <p:nvPr/>
        </p:nvSpPr>
        <p:spPr>
          <a:xfrm>
            <a:off x="8433037" y="2763170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9" name="Abgerundetes Rechteck 38">
            <a:extLst>
              <a:ext uri="{FF2B5EF4-FFF2-40B4-BE49-F238E27FC236}">
                <a16:creationId xmlns:a16="http://schemas.microsoft.com/office/drawing/2014/main" id="{7E0222BA-3E43-7463-66CF-5C56731531EC}"/>
              </a:ext>
            </a:extLst>
          </p:cNvPr>
          <p:cNvSpPr/>
          <p:nvPr/>
        </p:nvSpPr>
        <p:spPr>
          <a:xfrm>
            <a:off x="4939990" y="4574344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21CF4A5D-938F-E767-4F02-F22EDBC368A9}"/>
              </a:ext>
            </a:extLst>
          </p:cNvPr>
          <p:cNvSpPr/>
          <p:nvPr/>
        </p:nvSpPr>
        <p:spPr>
          <a:xfrm>
            <a:off x="8433037" y="4574344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10" name="Bildplatzhalter 37">
            <a:extLst>
              <a:ext uri="{FF2B5EF4-FFF2-40B4-BE49-F238E27FC236}">
                <a16:creationId xmlns:a16="http://schemas.microsoft.com/office/drawing/2014/main" id="{44EDACF0-3757-2110-84A2-529D8646D89E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198494" y="1140754"/>
            <a:ext cx="456097" cy="45609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69E1470D-2D03-D68F-D414-508ECD5AB1D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98494" y="1671503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42" name="Bildplatzhalter 37">
            <a:extLst>
              <a:ext uri="{FF2B5EF4-FFF2-40B4-BE49-F238E27FC236}">
                <a16:creationId xmlns:a16="http://schemas.microsoft.com/office/drawing/2014/main" id="{428DE197-4CB9-03B1-337C-40202857FB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693131" y="1140754"/>
            <a:ext cx="456097" cy="45609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43" name="Textplatzhalter 13">
            <a:extLst>
              <a:ext uri="{FF2B5EF4-FFF2-40B4-BE49-F238E27FC236}">
                <a16:creationId xmlns:a16="http://schemas.microsoft.com/office/drawing/2014/main" id="{E8CC250E-EB52-FEB2-02D4-735EEA4B537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91541" y="1671503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2" name="Bildplatzhalter 37">
            <a:extLst>
              <a:ext uri="{FF2B5EF4-FFF2-40B4-BE49-F238E27FC236}">
                <a16:creationId xmlns:a16="http://schemas.microsoft.com/office/drawing/2014/main" id="{04FBEF6F-96B3-619F-F3BE-17C9D600220D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5198494" y="2948548"/>
            <a:ext cx="456097" cy="45609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53" name="Textplatzhalter 13">
            <a:extLst>
              <a:ext uri="{FF2B5EF4-FFF2-40B4-BE49-F238E27FC236}">
                <a16:creationId xmlns:a16="http://schemas.microsoft.com/office/drawing/2014/main" id="{3395EA9B-2A12-DA88-D131-CFB699E5ABB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98494" y="3479297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4" name="Bildplatzhalter 37">
            <a:extLst>
              <a:ext uri="{FF2B5EF4-FFF2-40B4-BE49-F238E27FC236}">
                <a16:creationId xmlns:a16="http://schemas.microsoft.com/office/drawing/2014/main" id="{F09F4599-9DE7-1864-D876-958578982DE2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8693131" y="2948548"/>
            <a:ext cx="456097" cy="45609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55" name="Textplatzhalter 13">
            <a:extLst>
              <a:ext uri="{FF2B5EF4-FFF2-40B4-BE49-F238E27FC236}">
                <a16:creationId xmlns:a16="http://schemas.microsoft.com/office/drawing/2014/main" id="{02741D87-21AA-D9C9-E70F-0F071ED0339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691541" y="3479297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6" name="Bildplatzhalter 37">
            <a:extLst>
              <a:ext uri="{FF2B5EF4-FFF2-40B4-BE49-F238E27FC236}">
                <a16:creationId xmlns:a16="http://schemas.microsoft.com/office/drawing/2014/main" id="{36B13F22-A9FF-1181-6569-B3CD751F84B2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5198494" y="4763102"/>
            <a:ext cx="456097" cy="45609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57" name="Textplatzhalter 13">
            <a:extLst>
              <a:ext uri="{FF2B5EF4-FFF2-40B4-BE49-F238E27FC236}">
                <a16:creationId xmlns:a16="http://schemas.microsoft.com/office/drawing/2014/main" id="{92ABCD8E-68F2-C6FF-D1D6-6731403D2AF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98494" y="5293851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8" name="Bildplatzhalter 37">
            <a:extLst>
              <a:ext uri="{FF2B5EF4-FFF2-40B4-BE49-F238E27FC236}">
                <a16:creationId xmlns:a16="http://schemas.microsoft.com/office/drawing/2014/main" id="{E29E569F-2F3A-0C4A-8D52-8BA3040337E9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8693131" y="4763102"/>
            <a:ext cx="456097" cy="45609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59" name="Textplatzhalter 13">
            <a:extLst>
              <a:ext uri="{FF2B5EF4-FFF2-40B4-BE49-F238E27FC236}">
                <a16:creationId xmlns:a16="http://schemas.microsoft.com/office/drawing/2014/main" id="{C4F7A4F4-B402-B3C0-EB5A-30483866E0B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691541" y="5293851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598315E-0781-C994-D928-D61A920AA9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12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114" userDrawn="1">
          <p15:clr>
            <a:srgbClr val="5ACBF0"/>
          </p15:clr>
        </p15:guide>
        <p15:guide id="2" orient="horz" pos="595" userDrawn="1">
          <p15:clr>
            <a:srgbClr val="5ACBF0"/>
          </p15:clr>
        </p15:guide>
        <p15:guide id="3" orient="horz" pos="3929" userDrawn="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4129087"/>
            <a:ext cx="11395074" cy="2122488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 err="1"/>
              <a:t>Kapiteltrenner</a:t>
            </a:r>
            <a:r>
              <a:rPr lang="de-AT" noProof="0"/>
              <a:t> 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ED17B827-B2AA-7549-0910-6B786C39AB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2857" y="562798"/>
            <a:ext cx="2499093" cy="18511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98B9442-0E2E-D654-C778-B85D96923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C601040-8DB8-D9B7-4847-0B8228D19D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875" y="2006599"/>
            <a:ext cx="4589653" cy="2122488"/>
          </a:xfrm>
        </p:spPr>
        <p:txBody>
          <a:bodyPr anchor="b">
            <a:normAutofit/>
          </a:bodyPr>
          <a:lstStyle>
            <a:lvl1pPr marL="0" indent="0">
              <a:buNone/>
              <a:defRPr sz="8800" b="1"/>
            </a:lvl1pPr>
          </a:lstStyle>
          <a:p>
            <a:pPr lvl="0"/>
            <a:r>
              <a:rPr lang="de-DE"/>
              <a:t>01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9858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4129087"/>
            <a:ext cx="11395074" cy="2122488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 err="1"/>
              <a:t>Kapiteltrenner</a:t>
            </a:r>
            <a:r>
              <a:rPr lang="de-AT" noProof="0"/>
              <a:t> 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98B9442-0E2E-D654-C778-B85D96923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C601040-8DB8-D9B7-4847-0B8228D19D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875" y="2006599"/>
            <a:ext cx="4589653" cy="2122488"/>
          </a:xfrm>
        </p:spPr>
        <p:txBody>
          <a:bodyPr anchor="b">
            <a:normAutofit/>
          </a:bodyPr>
          <a:lstStyle>
            <a:lvl1pPr marL="0" indent="0">
              <a:buNone/>
              <a:defRPr sz="8800" b="1"/>
            </a:lvl1pPr>
          </a:lstStyle>
          <a:p>
            <a:pPr lvl="0"/>
            <a:r>
              <a:rPr lang="de-DE"/>
              <a:t>01</a:t>
            </a:r>
            <a:endParaRPr lang="de-AT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C84B879-6514-60BE-CF0C-1D32AEFF24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4651" y="562344"/>
            <a:ext cx="2164400" cy="18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557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weiß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ED17B827-B2AA-7549-0910-6B786C39AB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2857" y="562798"/>
            <a:ext cx="2499093" cy="18511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98B9442-0E2E-D654-C778-B85D96923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E8CA517-7F97-42DE-AC97-3D88E583B7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2857" y="562798"/>
            <a:ext cx="2499093" cy="185118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77372C20-9736-171D-DD9F-1E43278730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4129087"/>
            <a:ext cx="11395074" cy="2122488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 err="1"/>
              <a:t>Kapiteltrenner</a:t>
            </a:r>
            <a:r>
              <a:rPr lang="de-AT" noProof="0"/>
              <a:t> </a:t>
            </a:r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92026138-5FB3-C71F-B27E-54B00A5C03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875" y="2006599"/>
            <a:ext cx="4589653" cy="2122488"/>
          </a:xfrm>
        </p:spPr>
        <p:txBody>
          <a:bodyPr anchor="b">
            <a:normAutofit/>
          </a:bodyPr>
          <a:lstStyle>
            <a:lvl1pPr marL="0" indent="0">
              <a:buNone/>
              <a:defRPr sz="8800" b="1"/>
            </a:lvl1pPr>
          </a:lstStyle>
          <a:p>
            <a:pPr lvl="0"/>
            <a:r>
              <a:rPr lang="de-DE"/>
              <a:t>01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4704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weiß 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3EBD99BB-6610-A628-D231-FD8CDEE314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4651" y="562344"/>
            <a:ext cx="2164400" cy="186185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98B9442-0E2E-D654-C778-B85D96923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77372C20-9736-171D-DD9F-1E43278730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4129087"/>
            <a:ext cx="11395074" cy="2122488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 err="1"/>
              <a:t>Kapiteltrenner</a:t>
            </a:r>
            <a:r>
              <a:rPr lang="de-AT" noProof="0"/>
              <a:t> </a:t>
            </a:r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92026138-5FB3-C71F-B27E-54B00A5C03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875" y="2006599"/>
            <a:ext cx="4589653" cy="2122488"/>
          </a:xfrm>
        </p:spPr>
        <p:txBody>
          <a:bodyPr anchor="b">
            <a:normAutofit/>
          </a:bodyPr>
          <a:lstStyle>
            <a:lvl1pPr marL="0" indent="0">
              <a:buNone/>
              <a:defRPr sz="8800" b="1"/>
            </a:lvl1pPr>
          </a:lstStyle>
          <a:p>
            <a:pPr lvl="0"/>
            <a:r>
              <a:rPr lang="de-DE"/>
              <a:t>01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63835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felder + 2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bgerundetes Rechteck 1">
            <a:extLst>
              <a:ext uri="{FF2B5EF4-FFF2-40B4-BE49-F238E27FC236}">
                <a16:creationId xmlns:a16="http://schemas.microsoft.com/office/drawing/2014/main" id="{E78E1706-383F-A725-0E64-3F6F03B1A3D7}"/>
              </a:ext>
            </a:extLst>
          </p:cNvPr>
          <p:cNvSpPr/>
          <p:nvPr userDrawn="1"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9">
            <a:extLst>
              <a:ext uri="{FF2B5EF4-FFF2-40B4-BE49-F238E27FC236}">
                <a16:creationId xmlns:a16="http://schemas.microsoft.com/office/drawing/2014/main" id="{22E6FAB8-50F4-E052-B0AD-BFD8D58639D8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345BF5C-D357-03F9-E50E-2BD30D642DFF}"/>
              </a:ext>
            </a:extLst>
          </p:cNvPr>
          <p:cNvSpPr/>
          <p:nvPr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Bildplatzhalter 11">
            <a:extLst>
              <a:ext uri="{FF2B5EF4-FFF2-40B4-BE49-F238E27FC236}">
                <a16:creationId xmlns:a16="http://schemas.microsoft.com/office/drawing/2014/main" id="{4C82CB49-68AD-2200-0FB8-C5D90CE3EA8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00237" y="1807029"/>
            <a:ext cx="5619628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9" name="Bildplatzhalter 11">
            <a:extLst>
              <a:ext uri="{FF2B5EF4-FFF2-40B4-BE49-F238E27FC236}">
                <a16:creationId xmlns:a16="http://schemas.microsoft.com/office/drawing/2014/main" id="{AE4E177B-EDFC-EDC5-C99B-0FA3AADA888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72416" y="1807029"/>
            <a:ext cx="5619628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20291B4F-DDF2-A924-A594-09A9070F6BD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27646" y="4450582"/>
            <a:ext cx="4964807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38B95EB0-810A-A601-7714-C80E20B8195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99547" y="4450582"/>
            <a:ext cx="4964807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D7D42D3D-EB30-968B-FE8A-5715497F0F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02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Textfelder + 3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1">
            <a:extLst>
              <a:ext uri="{FF2B5EF4-FFF2-40B4-BE49-F238E27FC236}">
                <a16:creationId xmlns:a16="http://schemas.microsoft.com/office/drawing/2014/main" id="{6644876E-C681-7243-8137-D3B5887226CE}"/>
              </a:ext>
            </a:extLst>
          </p:cNvPr>
          <p:cNvSpPr/>
          <p:nvPr userDrawn="1"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38">
            <a:extLst>
              <a:ext uri="{FF2B5EF4-FFF2-40B4-BE49-F238E27FC236}">
                <a16:creationId xmlns:a16="http://schemas.microsoft.com/office/drawing/2014/main" id="{C64415E9-1A6C-13F1-F1F9-0E5D901B6267}"/>
              </a:ext>
            </a:extLst>
          </p:cNvPr>
          <p:cNvSpPr/>
          <p:nvPr userDrawn="1"/>
        </p:nvSpPr>
        <p:spPr>
          <a:xfrm>
            <a:off x="4248246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Abgerundetes Rechteck 39">
            <a:extLst>
              <a:ext uri="{FF2B5EF4-FFF2-40B4-BE49-F238E27FC236}">
                <a16:creationId xmlns:a16="http://schemas.microsoft.com/office/drawing/2014/main" id="{9F4FB90B-0402-67D1-352E-FB234D20914B}"/>
              </a:ext>
            </a:extLst>
          </p:cNvPr>
          <p:cNvSpPr/>
          <p:nvPr userDrawn="1"/>
        </p:nvSpPr>
        <p:spPr>
          <a:xfrm>
            <a:off x="8096254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39" name="Abgerundetes Rechteck 38">
            <a:extLst>
              <a:ext uri="{FF2B5EF4-FFF2-40B4-BE49-F238E27FC236}">
                <a16:creationId xmlns:a16="http://schemas.microsoft.com/office/drawing/2014/main" id="{81578355-0D9B-64FA-E4CE-98AD72ED456C}"/>
              </a:ext>
            </a:extLst>
          </p:cNvPr>
          <p:cNvSpPr/>
          <p:nvPr/>
        </p:nvSpPr>
        <p:spPr>
          <a:xfrm>
            <a:off x="4248246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7A244AA8-1DFA-A55B-5B2F-10E5D6A09F96}"/>
              </a:ext>
            </a:extLst>
          </p:cNvPr>
          <p:cNvSpPr/>
          <p:nvPr/>
        </p:nvSpPr>
        <p:spPr>
          <a:xfrm>
            <a:off x="8096254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37CD29BA-F68A-92AD-BD41-DFDA8DCE1DE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00237" y="1807029"/>
            <a:ext cx="3695790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3" name="Bildplatzhalter 11">
            <a:extLst>
              <a:ext uri="{FF2B5EF4-FFF2-40B4-BE49-F238E27FC236}">
                <a16:creationId xmlns:a16="http://schemas.microsoft.com/office/drawing/2014/main" id="{1F2A302D-1F1F-7DC5-3059-BAF9884FE0C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48246" y="1807029"/>
            <a:ext cx="3695790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4" name="Bildplatzhalter 11">
            <a:extLst>
              <a:ext uri="{FF2B5EF4-FFF2-40B4-BE49-F238E27FC236}">
                <a16:creationId xmlns:a16="http://schemas.microsoft.com/office/drawing/2014/main" id="{40A2F63F-9F24-7D26-2B17-9F81BF507B2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96254" y="1807029"/>
            <a:ext cx="3695790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967E97A0-A3C1-5268-D757-86DBAE5A553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27647" y="4450582"/>
            <a:ext cx="3040970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825BB11A-4771-5B05-D606-B1F73A63A23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75656" y="4450582"/>
            <a:ext cx="3040970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34310FC9-2589-2EC2-47AE-E03B9DA2716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23664" y="4450582"/>
            <a:ext cx="3040970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51D07FF-0C4E-9322-E813-5108801CD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09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er +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1">
            <a:extLst>
              <a:ext uri="{FF2B5EF4-FFF2-40B4-BE49-F238E27FC236}">
                <a16:creationId xmlns:a16="http://schemas.microsoft.com/office/drawing/2014/main" id="{0101A8E4-493A-EB04-B828-7892BBA3574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00237" y="180702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9" name="Bildplatzhalter 11">
            <a:extLst>
              <a:ext uri="{FF2B5EF4-FFF2-40B4-BE49-F238E27FC236}">
                <a16:creationId xmlns:a16="http://schemas.microsoft.com/office/drawing/2014/main" id="{7D035DF2-8C12-690C-F7FD-815D4211E24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48246" y="180702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20" name="Bildplatzhalter 11">
            <a:extLst>
              <a:ext uri="{FF2B5EF4-FFF2-40B4-BE49-F238E27FC236}">
                <a16:creationId xmlns:a16="http://schemas.microsoft.com/office/drawing/2014/main" id="{8DF0FE01-9432-3C6D-58D6-62E40F0B663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96254" y="180702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11061068-E2E2-CCFE-9303-E448117122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236" y="5755341"/>
            <a:ext cx="3695789" cy="4819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5" name="Textplatzhalter 13">
            <a:extLst>
              <a:ext uri="{FF2B5EF4-FFF2-40B4-BE49-F238E27FC236}">
                <a16:creationId xmlns:a16="http://schemas.microsoft.com/office/drawing/2014/main" id="{8865DB95-B2E2-0BB2-C866-4F93C88E868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8246" y="5755341"/>
            <a:ext cx="3695789" cy="4819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499B011D-469B-50F2-279B-B8E65892BE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96254" y="5755341"/>
            <a:ext cx="3695789" cy="4819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7E2FBA2-1476-1BED-06EB-D64FD0EC26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86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557" userDrawn="1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links + 2 Textfelder + Ioc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24">
            <a:extLst>
              <a:ext uri="{FF2B5EF4-FFF2-40B4-BE49-F238E27FC236}">
                <a16:creationId xmlns:a16="http://schemas.microsoft.com/office/drawing/2014/main" id="{405DFA7C-FBBB-061D-BD10-2FB5A1DD93E8}"/>
              </a:ext>
            </a:extLst>
          </p:cNvPr>
          <p:cNvSpPr/>
          <p:nvPr userDrawn="1"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Abgerundetes Rechteck 28">
            <a:extLst>
              <a:ext uri="{FF2B5EF4-FFF2-40B4-BE49-F238E27FC236}">
                <a16:creationId xmlns:a16="http://schemas.microsoft.com/office/drawing/2014/main" id="{2E68E341-DEA0-F363-9269-6EECD8A57AAA}"/>
              </a:ext>
            </a:extLst>
          </p:cNvPr>
          <p:cNvSpPr/>
          <p:nvPr userDrawn="1"/>
        </p:nvSpPr>
        <p:spPr>
          <a:xfrm>
            <a:off x="8095973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7F52C770-A832-547B-85F7-F5D15330C40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0"/>
            <a:ext cx="390705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4744" y="917607"/>
            <a:ext cx="7547019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5" name="Abgerundetes Rechteck 24">
            <a:extLst>
              <a:ext uri="{FF2B5EF4-FFF2-40B4-BE49-F238E27FC236}">
                <a16:creationId xmlns:a16="http://schemas.microsoft.com/office/drawing/2014/main" id="{A8DCE9C4-A0F9-6AF2-2DFE-C335CFCA5F9E}"/>
              </a:ext>
            </a:extLst>
          </p:cNvPr>
          <p:cNvSpPr/>
          <p:nvPr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A7E72EE2-41F1-C02C-4D47-8BD627E92F4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575514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3B0D7E67-26C6-E81A-DD57-AF75B397F6A5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575514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3391B775-E400-8AFC-317F-9980169234A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379883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DCA12221-82B9-A319-A180-89159BD24254}"/>
              </a:ext>
            </a:extLst>
          </p:cNvPr>
          <p:cNvSpPr/>
          <p:nvPr/>
        </p:nvSpPr>
        <p:spPr>
          <a:xfrm>
            <a:off x="8095973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Inhaltsplatzhalter 10">
            <a:extLst>
              <a:ext uri="{FF2B5EF4-FFF2-40B4-BE49-F238E27FC236}">
                <a16:creationId xmlns:a16="http://schemas.microsoft.com/office/drawing/2014/main" id="{138AD535-C258-13A0-958F-100D86D0B8BC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423382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31" name="Bildplatzhalter 37">
            <a:extLst>
              <a:ext uri="{FF2B5EF4-FFF2-40B4-BE49-F238E27FC236}">
                <a16:creationId xmlns:a16="http://schemas.microsoft.com/office/drawing/2014/main" id="{22A1288A-05B3-CD2E-C3F8-A47DC18B57A0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8423382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2" name="Textplatzhalter 2">
            <a:extLst>
              <a:ext uri="{FF2B5EF4-FFF2-40B4-BE49-F238E27FC236}">
                <a16:creationId xmlns:a16="http://schemas.microsoft.com/office/drawing/2014/main" id="{7D36DE86-B6E6-CA6F-6258-75627E3CCC04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227751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D294433-6B91-EDA6-EBC9-352805F49A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234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felder + Bild + Ioc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24">
            <a:extLst>
              <a:ext uri="{FF2B5EF4-FFF2-40B4-BE49-F238E27FC236}">
                <a16:creationId xmlns:a16="http://schemas.microsoft.com/office/drawing/2014/main" id="{627108B2-D8AE-37EC-6399-94EABDF3180B}"/>
              </a:ext>
            </a:extLst>
          </p:cNvPr>
          <p:cNvSpPr/>
          <p:nvPr userDrawn="1"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Abgerundetes Rechteck 28">
            <a:extLst>
              <a:ext uri="{FF2B5EF4-FFF2-40B4-BE49-F238E27FC236}">
                <a16:creationId xmlns:a16="http://schemas.microsoft.com/office/drawing/2014/main" id="{8825AD30-7235-4828-5268-82EEA45EA82F}"/>
              </a:ext>
            </a:extLst>
          </p:cNvPr>
          <p:cNvSpPr/>
          <p:nvPr userDrawn="1"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7F52C770-A832-547B-85F7-F5D15330C40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8284949" y="0"/>
            <a:ext cx="390705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7547019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5" name="Abgerundetes Rechteck 24">
            <a:extLst>
              <a:ext uri="{FF2B5EF4-FFF2-40B4-BE49-F238E27FC236}">
                <a16:creationId xmlns:a16="http://schemas.microsoft.com/office/drawing/2014/main" id="{A8DCE9C4-A0F9-6AF2-2DFE-C335CFCA5F9E}"/>
              </a:ext>
            </a:extLst>
          </p:cNvPr>
          <p:cNvSpPr/>
          <p:nvPr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A7E72EE2-41F1-C02C-4D47-8BD627E92F4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6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3B0D7E67-26C6-E81A-DD57-AF75B397F6A5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3391B775-E400-8AFC-317F-9980169234A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32015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DCA12221-82B9-A319-A180-89159BD24254}"/>
              </a:ext>
            </a:extLst>
          </p:cNvPr>
          <p:cNvSpPr/>
          <p:nvPr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Inhaltsplatzhalter 10">
            <a:extLst>
              <a:ext uri="{FF2B5EF4-FFF2-40B4-BE49-F238E27FC236}">
                <a16:creationId xmlns:a16="http://schemas.microsoft.com/office/drawing/2014/main" id="{138AD535-C258-13A0-958F-100D86D0B8BC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4575514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31" name="Bildplatzhalter 37">
            <a:extLst>
              <a:ext uri="{FF2B5EF4-FFF2-40B4-BE49-F238E27FC236}">
                <a16:creationId xmlns:a16="http://schemas.microsoft.com/office/drawing/2014/main" id="{22A1288A-05B3-CD2E-C3F8-A47DC18B57A0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4575514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2" name="Textplatzhalter 2">
            <a:extLst>
              <a:ext uri="{FF2B5EF4-FFF2-40B4-BE49-F238E27FC236}">
                <a16:creationId xmlns:a16="http://schemas.microsoft.com/office/drawing/2014/main" id="{7D36DE86-B6E6-CA6F-6258-75627E3CCC04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379883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7799AD9-03CE-6DC5-5569-0D031F8925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60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Textfelder + Bild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bgerundetes Rechteck 1">
            <a:extLst>
              <a:ext uri="{FF2B5EF4-FFF2-40B4-BE49-F238E27FC236}">
                <a16:creationId xmlns:a16="http://schemas.microsoft.com/office/drawing/2014/main" id="{09D41656-10CF-60A1-9DEE-E1CA24F67108}"/>
              </a:ext>
            </a:extLst>
          </p:cNvPr>
          <p:cNvSpPr/>
          <p:nvPr userDrawn="1"/>
        </p:nvSpPr>
        <p:spPr>
          <a:xfrm>
            <a:off x="400237" y="1807029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Abgerundetes Rechteck 7">
            <a:extLst>
              <a:ext uri="{FF2B5EF4-FFF2-40B4-BE49-F238E27FC236}">
                <a16:creationId xmlns:a16="http://schemas.microsoft.com/office/drawing/2014/main" id="{B06085FD-8F67-CF61-A67A-DDA9206AD3BB}"/>
              </a:ext>
            </a:extLst>
          </p:cNvPr>
          <p:cNvSpPr/>
          <p:nvPr userDrawn="1"/>
        </p:nvSpPr>
        <p:spPr>
          <a:xfrm>
            <a:off x="400237" y="3343296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Abgerundetes Rechteck 8">
            <a:extLst>
              <a:ext uri="{FF2B5EF4-FFF2-40B4-BE49-F238E27FC236}">
                <a16:creationId xmlns:a16="http://schemas.microsoft.com/office/drawing/2014/main" id="{F7067E1E-0707-B34E-0EBA-7E9249C096EA}"/>
              </a:ext>
            </a:extLst>
          </p:cNvPr>
          <p:cNvSpPr/>
          <p:nvPr userDrawn="1"/>
        </p:nvSpPr>
        <p:spPr>
          <a:xfrm>
            <a:off x="400237" y="4879563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7F52C770-A832-547B-85F7-F5D15330C40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8284949" y="0"/>
            <a:ext cx="390705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7547019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F1F4F835-CCC6-75BB-0800-ADF5B2C12DDA}"/>
              </a:ext>
            </a:extLst>
          </p:cNvPr>
          <p:cNvSpPr/>
          <p:nvPr/>
        </p:nvSpPr>
        <p:spPr>
          <a:xfrm>
            <a:off x="400237" y="1807029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3170CBA5-B1A4-1471-482D-24736E857C5E}"/>
              </a:ext>
            </a:extLst>
          </p:cNvPr>
          <p:cNvSpPr/>
          <p:nvPr/>
        </p:nvSpPr>
        <p:spPr>
          <a:xfrm>
            <a:off x="400237" y="3343296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5B433EA3-711E-1367-8128-D7A1167FD1BE}"/>
              </a:ext>
            </a:extLst>
          </p:cNvPr>
          <p:cNvSpPr/>
          <p:nvPr/>
        </p:nvSpPr>
        <p:spPr>
          <a:xfrm>
            <a:off x="400237" y="4879563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Bildplatzhalter 37">
            <a:extLst>
              <a:ext uri="{FF2B5EF4-FFF2-40B4-BE49-F238E27FC236}">
                <a16:creationId xmlns:a16="http://schemas.microsoft.com/office/drawing/2014/main" id="{24BED9C3-557D-8125-0E35-43AB7CB40CA4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708861" y="2105391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664DD5FF-F58C-4A91-AFF6-4B36F6CBE82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762681" y="1995462"/>
            <a:ext cx="5864753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1" name="Bildplatzhalter 37">
            <a:extLst>
              <a:ext uri="{FF2B5EF4-FFF2-40B4-BE49-F238E27FC236}">
                <a16:creationId xmlns:a16="http://schemas.microsoft.com/office/drawing/2014/main" id="{E5F046E6-1D9F-0002-527E-46963A2C15A2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708861" y="3641658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8EE0AEC5-42A0-D663-DE18-7EFDE8D1463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762681" y="3531729"/>
            <a:ext cx="5864753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3" name="Bildplatzhalter 37">
            <a:extLst>
              <a:ext uri="{FF2B5EF4-FFF2-40B4-BE49-F238E27FC236}">
                <a16:creationId xmlns:a16="http://schemas.microsoft.com/office/drawing/2014/main" id="{5A1767A6-4063-6055-3C7B-F8EE7B33DF1D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708861" y="5177925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A45A38EA-99F1-AAB7-5661-0A68F00D12D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762681" y="5067996"/>
            <a:ext cx="5864753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81E123F-34A2-98BA-285F-10F0CEC71A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493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links + Bild rechts weiß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112348" y="0"/>
            <a:ext cx="6079651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6207" y="271305"/>
            <a:ext cx="5485744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A52981-3CA4-4342-A3CD-6DEDCD14014C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BBCE250A-42D7-D901-3D53-EF1E025A44A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016000"/>
            <a:ext cx="5312063" cy="4903997"/>
          </a:xfrm>
        </p:spPr>
        <p:txBody>
          <a:bodyPr anchor="b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1B8BC4F8-94E9-E1DB-8010-0206E6E4AC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9887" y="1016000"/>
            <a:ext cx="5312063" cy="4903996"/>
          </a:xfrm>
        </p:spPr>
        <p:txBody>
          <a:bodyPr anchor="t">
            <a:no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DB6B9047-342F-6978-B394-95E4C69954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6521EA8-9CD2-4F47-6795-06720F006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84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25" userDrawn="1">
          <p15:clr>
            <a:srgbClr val="5ACBF0"/>
          </p15:clr>
        </p15:guide>
        <p15:guide id="2" orient="horz" pos="640" userDrawn="1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links + größeres Bild rechts weiß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208926" y="0"/>
            <a:ext cx="7983073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7822" y="271305"/>
            <a:ext cx="7344129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80B668F0-0E9A-9BC2-B2E5-64DCC33D3D0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803183"/>
            <a:ext cx="3616923" cy="1575816"/>
          </a:xfrm>
        </p:spPr>
        <p:txBody>
          <a:bodyPr anchor="t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 b="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9339C54E-BA73-A7D4-A8D7-1302B3DD8F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2814" y="3623733"/>
            <a:ext cx="3616923" cy="2627842"/>
          </a:xfrm>
        </p:spPr>
        <p:txBody>
          <a:bodyPr anchor="t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5832F44-47F9-AD2B-8755-E4E356EEB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0620F9D-22EB-6472-4969-1FCF9F59D8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188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130" userDrawn="1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akt + Bil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7">
            <a:extLst>
              <a:ext uri="{FF2B5EF4-FFF2-40B4-BE49-F238E27FC236}">
                <a16:creationId xmlns:a16="http://schemas.microsoft.com/office/drawing/2014/main" id="{ABDEA554-A244-44D1-6DD9-01C495D9ADB4}"/>
              </a:ext>
            </a:extLst>
          </p:cNvPr>
          <p:cNvSpPr/>
          <p:nvPr userDrawn="1"/>
        </p:nvSpPr>
        <p:spPr>
          <a:xfrm rot="5400000">
            <a:off x="6172495" y="636102"/>
            <a:ext cx="5111433" cy="6127477"/>
          </a:xfrm>
          <a:prstGeom prst="roundRect">
            <a:avLst>
              <a:gd name="adj" fmla="val 246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noProof="0">
              <a:solidFill>
                <a:schemeClr val="tx1"/>
              </a:solidFill>
            </a:endParaRP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943135DE-F78E-E765-838A-2D41D7750E73}"/>
              </a:ext>
            </a:extLst>
          </p:cNvPr>
          <p:cNvSpPr/>
          <p:nvPr/>
        </p:nvSpPr>
        <p:spPr>
          <a:xfrm rot="5400000">
            <a:off x="6172495" y="636102"/>
            <a:ext cx="5111433" cy="6127477"/>
          </a:xfrm>
          <a:prstGeom prst="roundRect">
            <a:avLst>
              <a:gd name="adj" fmla="val 246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noProof="0">
              <a:solidFill>
                <a:schemeClr val="tx1"/>
              </a:solidFill>
            </a:endParaRPr>
          </a:p>
        </p:txBody>
      </p:sp>
      <p:sp>
        <p:nvSpPr>
          <p:cNvPr id="21" name="Bildplatzhalter 11">
            <a:extLst>
              <a:ext uri="{FF2B5EF4-FFF2-40B4-BE49-F238E27FC236}">
                <a16:creationId xmlns:a16="http://schemas.microsoft.com/office/drawing/2014/main" id="{F873340C-4428-165F-267C-95EA043A370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00237" y="1144122"/>
            <a:ext cx="5040000" cy="5111435"/>
          </a:xfrm>
          <a:prstGeom prst="roundRect">
            <a:avLst>
              <a:gd name="adj" fmla="val 250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1F612B08-E42D-B220-1926-340BE3E1BA6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62274" y="2084020"/>
            <a:ext cx="5174177" cy="4798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Vorname Nachname 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F63E9F8F-F968-42A9-A62E-B20CA465243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62274" y="2760009"/>
            <a:ext cx="5174177" cy="28383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Jobtitel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708C64AE-DA27-D725-08A7-8BDB69BA0DB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739509" y="3857275"/>
            <a:ext cx="4696941" cy="2154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Tel.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2E2D0F95-759C-319D-0E66-4E35C78A4B4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739508" y="4546604"/>
            <a:ext cx="4696941" cy="2154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 err="1"/>
              <a:t>E-mail</a:t>
            </a:r>
            <a:endParaRPr lang="de-AT" noProof="0"/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52B0BC37-B1CC-FA22-308B-27A86EC4DCD9}"/>
              </a:ext>
            </a:extLst>
          </p:cNvPr>
          <p:cNvGrpSpPr/>
          <p:nvPr/>
        </p:nvGrpSpPr>
        <p:grpSpPr>
          <a:xfrm>
            <a:off x="6262274" y="3760316"/>
            <a:ext cx="409366" cy="409362"/>
            <a:chOff x="6262274" y="3760316"/>
            <a:chExt cx="409366" cy="409362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DE612D37-5472-AE31-14A3-530564E7E45F}"/>
                </a:ext>
              </a:extLst>
            </p:cNvPr>
            <p:cNvGrpSpPr/>
            <p:nvPr/>
          </p:nvGrpSpPr>
          <p:grpSpPr>
            <a:xfrm>
              <a:off x="6262274" y="3760316"/>
              <a:ext cx="409366" cy="409362"/>
              <a:chOff x="359996" y="1873714"/>
              <a:chExt cx="823904" cy="823901"/>
            </a:xfrm>
          </p:grpSpPr>
          <p:grpSp>
            <p:nvGrpSpPr>
              <p:cNvPr id="28" name="Gruppieren 27">
                <a:extLst>
                  <a:ext uri="{FF2B5EF4-FFF2-40B4-BE49-F238E27FC236}">
                    <a16:creationId xmlns:a16="http://schemas.microsoft.com/office/drawing/2014/main" id="{1194436C-E652-915C-555F-3197BC9B1B09}"/>
                  </a:ext>
                </a:extLst>
              </p:cNvPr>
              <p:cNvGrpSpPr/>
              <p:nvPr/>
            </p:nvGrpSpPr>
            <p:grpSpPr>
              <a:xfrm>
                <a:off x="359996" y="1873714"/>
                <a:ext cx="823904" cy="823901"/>
                <a:chOff x="674553" y="1932932"/>
                <a:chExt cx="883824" cy="883822"/>
              </a:xfrm>
            </p:grpSpPr>
            <p:sp>
              <p:nvSpPr>
                <p:cNvPr id="30" name="Oval 307">
                  <a:extLst>
                    <a:ext uri="{FF2B5EF4-FFF2-40B4-BE49-F238E27FC236}">
                      <a16:creationId xmlns:a16="http://schemas.microsoft.com/office/drawing/2014/main" id="{108DE4FF-B9F6-FBE1-BD8D-978DE3CE6E5B}"/>
                    </a:ext>
                  </a:extLst>
                </p:cNvPr>
                <p:cNvSpPr/>
                <p:nvPr/>
              </p:nvSpPr>
              <p:spPr>
                <a:xfrm>
                  <a:off x="674553" y="1932932"/>
                  <a:ext cx="883824" cy="883822"/>
                </a:xfrm>
                <a:prstGeom prst="ellipse">
                  <a:avLst/>
                </a:prstGeom>
                <a:solidFill>
                  <a:srgbClr val="D3DBF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AT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1" name="Oval 308">
                  <a:extLst>
                    <a:ext uri="{FF2B5EF4-FFF2-40B4-BE49-F238E27FC236}">
                      <a16:creationId xmlns:a16="http://schemas.microsoft.com/office/drawing/2014/main" id="{A3CE7C68-BE18-6B30-B780-F0406315C12F}"/>
                    </a:ext>
                  </a:extLst>
                </p:cNvPr>
                <p:cNvSpPr/>
                <p:nvPr/>
              </p:nvSpPr>
              <p:spPr>
                <a:xfrm>
                  <a:off x="746571" y="2004948"/>
                  <a:ext cx="739792" cy="739790"/>
                </a:xfrm>
                <a:prstGeom prst="ellipse">
                  <a:avLst/>
                </a:prstGeom>
                <a:solidFill>
                  <a:srgbClr val="005CA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AT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pic>
            <p:nvPicPr>
              <p:cNvPr id="29" name="Grafik 28">
                <a:extLst>
                  <a:ext uri="{FF2B5EF4-FFF2-40B4-BE49-F238E27FC236}">
                    <a16:creationId xmlns:a16="http://schemas.microsoft.com/office/drawing/2014/main" id="{13FD49ED-65C6-37AF-8081-EE8F47EA12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563402" y="2077117"/>
                <a:ext cx="417093" cy="417094"/>
              </a:xfrm>
              <a:prstGeom prst="rect">
                <a:avLst/>
              </a:prstGeom>
            </p:spPr>
          </p:pic>
        </p:grpSp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24C3C635-6129-23AD-04D0-73F764DD41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84631" y="3882671"/>
              <a:ext cx="164652" cy="164652"/>
            </a:xfrm>
            <a:prstGeom prst="rect">
              <a:avLst/>
            </a:prstGeom>
          </p:spPr>
        </p:pic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C8F3C885-F6F3-E4A2-03E2-05FBB5D00D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4A37E2A5-0D65-3787-EABF-3209D1208608}"/>
              </a:ext>
            </a:extLst>
          </p:cNvPr>
          <p:cNvGrpSpPr/>
          <p:nvPr userDrawn="1"/>
        </p:nvGrpSpPr>
        <p:grpSpPr>
          <a:xfrm>
            <a:off x="6262274" y="3760316"/>
            <a:ext cx="409366" cy="409362"/>
            <a:chOff x="6262274" y="3760316"/>
            <a:chExt cx="409366" cy="409362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5E8C0858-E759-8499-188A-8690653D0D33}"/>
                </a:ext>
              </a:extLst>
            </p:cNvPr>
            <p:cNvGrpSpPr/>
            <p:nvPr userDrawn="1"/>
          </p:nvGrpSpPr>
          <p:grpSpPr>
            <a:xfrm>
              <a:off x="6262274" y="3760316"/>
              <a:ext cx="409366" cy="409362"/>
              <a:chOff x="359996" y="1873714"/>
              <a:chExt cx="823904" cy="823901"/>
            </a:xfrm>
          </p:grpSpPr>
          <p:grpSp>
            <p:nvGrpSpPr>
              <p:cNvPr id="25" name="Gruppieren 24">
                <a:extLst>
                  <a:ext uri="{FF2B5EF4-FFF2-40B4-BE49-F238E27FC236}">
                    <a16:creationId xmlns:a16="http://schemas.microsoft.com/office/drawing/2014/main" id="{BFAD3FC3-CAA5-6F29-A9CF-F0382101C9A7}"/>
                  </a:ext>
                </a:extLst>
              </p:cNvPr>
              <p:cNvGrpSpPr/>
              <p:nvPr/>
            </p:nvGrpSpPr>
            <p:grpSpPr>
              <a:xfrm>
                <a:off x="359996" y="1873714"/>
                <a:ext cx="823904" cy="823901"/>
                <a:chOff x="674553" y="1932932"/>
                <a:chExt cx="883824" cy="883822"/>
              </a:xfrm>
            </p:grpSpPr>
            <p:sp>
              <p:nvSpPr>
                <p:cNvPr id="37" name="Oval 307">
                  <a:extLst>
                    <a:ext uri="{FF2B5EF4-FFF2-40B4-BE49-F238E27FC236}">
                      <a16:creationId xmlns:a16="http://schemas.microsoft.com/office/drawing/2014/main" id="{25EBAD82-1B29-86CA-7C55-CCCE8C404DF1}"/>
                    </a:ext>
                  </a:extLst>
                </p:cNvPr>
                <p:cNvSpPr/>
                <p:nvPr/>
              </p:nvSpPr>
              <p:spPr>
                <a:xfrm>
                  <a:off x="674553" y="1932932"/>
                  <a:ext cx="883824" cy="883822"/>
                </a:xfrm>
                <a:prstGeom prst="ellipse">
                  <a:avLst/>
                </a:prstGeom>
                <a:solidFill>
                  <a:srgbClr val="D3DBF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AT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9" name="Oval 308">
                  <a:extLst>
                    <a:ext uri="{FF2B5EF4-FFF2-40B4-BE49-F238E27FC236}">
                      <a16:creationId xmlns:a16="http://schemas.microsoft.com/office/drawing/2014/main" id="{5889E241-88F6-E719-C625-A13B16D01F86}"/>
                    </a:ext>
                  </a:extLst>
                </p:cNvPr>
                <p:cNvSpPr/>
                <p:nvPr/>
              </p:nvSpPr>
              <p:spPr>
                <a:xfrm>
                  <a:off x="746571" y="2004948"/>
                  <a:ext cx="739792" cy="739790"/>
                </a:xfrm>
                <a:prstGeom prst="ellipse">
                  <a:avLst/>
                </a:prstGeom>
                <a:solidFill>
                  <a:srgbClr val="005CA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AT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pic>
            <p:nvPicPr>
              <p:cNvPr id="26" name="Grafik 25">
                <a:extLst>
                  <a:ext uri="{FF2B5EF4-FFF2-40B4-BE49-F238E27FC236}">
                    <a16:creationId xmlns:a16="http://schemas.microsoft.com/office/drawing/2014/main" id="{9D07897B-8906-C581-F8F6-79279CF13D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563402" y="2077117"/>
                <a:ext cx="417093" cy="417094"/>
              </a:xfrm>
              <a:prstGeom prst="rect">
                <a:avLst/>
              </a:prstGeom>
            </p:spPr>
          </p:pic>
        </p:grp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63F7997C-12F0-EF4F-D529-9D9141C469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84631" y="3882671"/>
              <a:ext cx="164652" cy="164652"/>
            </a:xfrm>
            <a:prstGeom prst="rect">
              <a:avLst/>
            </a:prstGeom>
          </p:spPr>
        </p:pic>
      </p:grpSp>
      <p:pic>
        <p:nvPicPr>
          <p:cNvPr id="43" name="Grafik 42">
            <a:extLst>
              <a:ext uri="{FF2B5EF4-FFF2-40B4-BE49-F238E27FC236}">
                <a16:creationId xmlns:a16="http://schemas.microsoft.com/office/drawing/2014/main" id="{D5AF1C4B-46D1-8AE6-F39B-0FD9FA541FF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2278" y="4449645"/>
            <a:ext cx="409362" cy="40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040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24" userDrawn="1">
          <p15:clr>
            <a:srgbClr val="5ACBF0"/>
          </p15:clr>
        </p15:guide>
        <p15:guide id="2" orient="horz" pos="3939" userDrawn="1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ak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cken des Rechtecks auf der gleichen Seite abrunden 7">
            <a:extLst>
              <a:ext uri="{FF2B5EF4-FFF2-40B4-BE49-F238E27FC236}">
                <a16:creationId xmlns:a16="http://schemas.microsoft.com/office/drawing/2014/main" id="{32BA422F-006E-42D5-8E88-0A774AEEAED7}"/>
              </a:ext>
            </a:extLst>
          </p:cNvPr>
          <p:cNvSpPr/>
          <p:nvPr userDrawn="1"/>
        </p:nvSpPr>
        <p:spPr>
          <a:xfrm rot="5400000">
            <a:off x="3888367" y="-2186176"/>
            <a:ext cx="4015218" cy="11791951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noProof="0">
              <a:solidFill>
                <a:schemeClr val="tx1"/>
              </a:solidFill>
            </a:endParaRPr>
          </a:p>
        </p:txBody>
      </p:sp>
      <p:sp>
        <p:nvSpPr>
          <p:cNvPr id="8" name="Ecken des Rechtecks auf der gleichen Seite abrunden 7">
            <a:extLst>
              <a:ext uri="{FF2B5EF4-FFF2-40B4-BE49-F238E27FC236}">
                <a16:creationId xmlns:a16="http://schemas.microsoft.com/office/drawing/2014/main" id="{943135DE-F78E-E765-838A-2D41D7750E73}"/>
              </a:ext>
            </a:extLst>
          </p:cNvPr>
          <p:cNvSpPr/>
          <p:nvPr/>
        </p:nvSpPr>
        <p:spPr>
          <a:xfrm rot="5400000">
            <a:off x="3888367" y="-2186176"/>
            <a:ext cx="4015218" cy="11791951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noProof="0">
              <a:solidFill>
                <a:schemeClr val="tx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1F612B08-E42D-B220-1926-340BE3E1BA6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304194" y="2429003"/>
            <a:ext cx="8378286" cy="4798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Vorname Nachname 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F63E9F8F-F968-42A9-A62E-B20CA465243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304194" y="3104992"/>
            <a:ext cx="8378286" cy="28383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Jobtitel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708C64AE-DA27-D725-08A7-8BDB69BA0DB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781429" y="3965296"/>
            <a:ext cx="4696941" cy="2154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Tel.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2E2D0F95-759C-319D-0E66-4E35C78A4B4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781428" y="4556764"/>
            <a:ext cx="4696941" cy="2154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 err="1"/>
              <a:t>E-mail</a:t>
            </a:r>
            <a:endParaRPr lang="de-AT" noProof="0"/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DE612D37-5472-AE31-14A3-530564E7E45F}"/>
              </a:ext>
            </a:extLst>
          </p:cNvPr>
          <p:cNvGrpSpPr/>
          <p:nvPr/>
        </p:nvGrpSpPr>
        <p:grpSpPr>
          <a:xfrm>
            <a:off x="1304194" y="3868337"/>
            <a:ext cx="409366" cy="409362"/>
            <a:chOff x="359996" y="1873714"/>
            <a:chExt cx="823904" cy="823901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1194436C-E652-915C-555F-3197BC9B1B09}"/>
                </a:ext>
              </a:extLst>
            </p:cNvPr>
            <p:cNvGrpSpPr/>
            <p:nvPr/>
          </p:nvGrpSpPr>
          <p:grpSpPr>
            <a:xfrm>
              <a:off x="359996" y="1873714"/>
              <a:ext cx="823904" cy="823901"/>
              <a:chOff x="674553" y="1932932"/>
              <a:chExt cx="883824" cy="883822"/>
            </a:xfrm>
          </p:grpSpPr>
          <p:sp>
            <p:nvSpPr>
              <p:cNvPr id="30" name="Oval 307">
                <a:extLst>
                  <a:ext uri="{FF2B5EF4-FFF2-40B4-BE49-F238E27FC236}">
                    <a16:creationId xmlns:a16="http://schemas.microsoft.com/office/drawing/2014/main" id="{108DE4FF-B9F6-FBE1-BD8D-978DE3CE6E5B}"/>
                  </a:ext>
                </a:extLst>
              </p:cNvPr>
              <p:cNvSpPr/>
              <p:nvPr/>
            </p:nvSpPr>
            <p:spPr>
              <a:xfrm>
                <a:off x="674553" y="1932932"/>
                <a:ext cx="883824" cy="883822"/>
              </a:xfrm>
              <a:prstGeom prst="ellipse">
                <a:avLst/>
              </a:prstGeom>
              <a:solidFill>
                <a:srgbClr val="D3DBF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A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Oval 308">
                <a:extLst>
                  <a:ext uri="{FF2B5EF4-FFF2-40B4-BE49-F238E27FC236}">
                    <a16:creationId xmlns:a16="http://schemas.microsoft.com/office/drawing/2014/main" id="{A3CE7C68-BE18-6B30-B780-F0406315C12F}"/>
                  </a:ext>
                </a:extLst>
              </p:cNvPr>
              <p:cNvSpPr/>
              <p:nvPr/>
            </p:nvSpPr>
            <p:spPr>
              <a:xfrm>
                <a:off x="746571" y="2004948"/>
                <a:ext cx="739792" cy="739790"/>
              </a:xfrm>
              <a:prstGeom prst="ellipse">
                <a:avLst/>
              </a:prstGeom>
              <a:solidFill>
                <a:srgbClr val="005C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A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13FD49ED-65C6-37AF-8081-EE8F47EA12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63402" y="2077117"/>
              <a:ext cx="417093" cy="417094"/>
            </a:xfrm>
            <a:prstGeom prst="rect">
              <a:avLst/>
            </a:prstGeom>
          </p:spPr>
        </p:pic>
      </p:grpSp>
      <p:pic>
        <p:nvPicPr>
          <p:cNvPr id="40" name="Grafik 39">
            <a:extLst>
              <a:ext uri="{FF2B5EF4-FFF2-40B4-BE49-F238E27FC236}">
                <a16:creationId xmlns:a16="http://schemas.microsoft.com/office/drawing/2014/main" id="{24C3C635-6129-23AD-04D0-73F764DD41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6551" y="3990692"/>
            <a:ext cx="164652" cy="16465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9639AAC-AA79-354A-3AE1-2830C45702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010DDB15-5C43-7765-CFE7-4C15BEE3A575}"/>
              </a:ext>
            </a:extLst>
          </p:cNvPr>
          <p:cNvGrpSpPr/>
          <p:nvPr userDrawn="1"/>
        </p:nvGrpSpPr>
        <p:grpSpPr>
          <a:xfrm>
            <a:off x="1304194" y="3868337"/>
            <a:ext cx="409366" cy="409362"/>
            <a:chOff x="359996" y="1873714"/>
            <a:chExt cx="823904" cy="823901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D975B2A7-57BE-FEFF-A520-B49DDAF7E24C}"/>
                </a:ext>
              </a:extLst>
            </p:cNvPr>
            <p:cNvGrpSpPr/>
            <p:nvPr/>
          </p:nvGrpSpPr>
          <p:grpSpPr>
            <a:xfrm>
              <a:off x="359996" y="1873714"/>
              <a:ext cx="823904" cy="823901"/>
              <a:chOff x="674553" y="1932932"/>
              <a:chExt cx="883824" cy="883822"/>
            </a:xfrm>
          </p:grpSpPr>
          <p:sp>
            <p:nvSpPr>
              <p:cNvPr id="15" name="Oval 307">
                <a:extLst>
                  <a:ext uri="{FF2B5EF4-FFF2-40B4-BE49-F238E27FC236}">
                    <a16:creationId xmlns:a16="http://schemas.microsoft.com/office/drawing/2014/main" id="{248945C0-DF3A-83CD-5404-99E4120DFA87}"/>
                  </a:ext>
                </a:extLst>
              </p:cNvPr>
              <p:cNvSpPr/>
              <p:nvPr/>
            </p:nvSpPr>
            <p:spPr>
              <a:xfrm>
                <a:off x="674553" y="1932932"/>
                <a:ext cx="883824" cy="883822"/>
              </a:xfrm>
              <a:prstGeom prst="ellipse">
                <a:avLst/>
              </a:prstGeom>
              <a:solidFill>
                <a:srgbClr val="D3DBF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A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" name="Oval 308">
                <a:extLst>
                  <a:ext uri="{FF2B5EF4-FFF2-40B4-BE49-F238E27FC236}">
                    <a16:creationId xmlns:a16="http://schemas.microsoft.com/office/drawing/2014/main" id="{82337602-992D-2024-6A95-8A69162BAF2D}"/>
                  </a:ext>
                </a:extLst>
              </p:cNvPr>
              <p:cNvSpPr/>
              <p:nvPr/>
            </p:nvSpPr>
            <p:spPr>
              <a:xfrm>
                <a:off x="746571" y="2004948"/>
                <a:ext cx="739792" cy="739790"/>
              </a:xfrm>
              <a:prstGeom prst="ellipse">
                <a:avLst/>
              </a:prstGeom>
              <a:solidFill>
                <a:srgbClr val="005C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A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7D7F39D8-A45F-9B96-25EC-3F93A7B670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563402" y="2077117"/>
              <a:ext cx="417093" cy="417094"/>
            </a:xfrm>
            <a:prstGeom prst="rect">
              <a:avLst/>
            </a:prstGeom>
          </p:spPr>
        </p:pic>
      </p:grpSp>
      <p:pic>
        <p:nvPicPr>
          <p:cNvPr id="25" name="Grafik 24">
            <a:extLst>
              <a:ext uri="{FF2B5EF4-FFF2-40B4-BE49-F238E27FC236}">
                <a16:creationId xmlns:a16="http://schemas.microsoft.com/office/drawing/2014/main" id="{2CFC65FE-909A-E8FB-5D88-F7C8805215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6551" y="3990692"/>
            <a:ext cx="164652" cy="164652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387891C3-3A30-0AD7-652B-41F0E4B37A1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4194" y="4459805"/>
            <a:ext cx="409362" cy="40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134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5ACBF0"/>
          </p15:clr>
        </p15:guide>
        <p15:guide id="2" orient="horz" pos="3589" userDrawn="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Gradien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7CE337EB-2454-1484-56B9-F37F895B8FE1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D36284D-290E-595A-1135-EEA302A1AA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0842" y="2139951"/>
            <a:ext cx="5129609" cy="1885214"/>
          </a:xfrm>
          <a:prstGeom prst="roundRect">
            <a:avLst>
              <a:gd name="adj" fmla="val 6743"/>
            </a:avLst>
          </a:prstGeom>
          <a:solidFill>
            <a:schemeClr val="tx1">
              <a:alpha val="25000"/>
            </a:schemeClr>
          </a:solidFill>
        </p:spPr>
        <p:txBody>
          <a:bodyPr lIns="251999" tIns="360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800C194B-03EC-2B39-66BF-4C49F8E25A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45022" y="2228082"/>
            <a:ext cx="618482" cy="492443"/>
          </a:xfrm>
        </p:spPr>
        <p:txBody>
          <a:bodyPr wrap="square">
            <a:spAutoFit/>
          </a:bodyPr>
          <a:lstStyle>
            <a:lvl1pPr marL="0" indent="0" algn="r">
              <a:buNone/>
              <a:defRPr sz="32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AT" noProof="0"/>
              <a:t>01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4B1E-EE8E-9B42-8826-03AB784C90A8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FF5981-2895-C798-0C92-59C1B191DA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8" name="Titel 14">
            <a:extLst>
              <a:ext uri="{FF2B5EF4-FFF2-40B4-BE49-F238E27FC236}">
                <a16:creationId xmlns:a16="http://schemas.microsoft.com/office/drawing/2014/main" id="{71F556B9-6CB9-29C7-1498-F715AA71F4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965090"/>
            <a:ext cx="11395074" cy="843073"/>
          </a:xfrm>
        </p:spPr>
        <p:txBody>
          <a:bodyPr anchor="t">
            <a:noAutofit/>
          </a:bodyPr>
          <a:lstStyle>
            <a:lvl1pPr algn="ctr">
              <a:defRPr sz="5000">
                <a:solidFill>
                  <a:schemeClr val="tx1"/>
                </a:solidFill>
              </a:defRPr>
            </a:lvl1pPr>
          </a:lstStyle>
          <a:p>
            <a:r>
              <a:rPr lang="de-AT" noProof="0"/>
              <a:t>Agenda</a:t>
            </a:r>
          </a:p>
        </p:txBody>
      </p:sp>
      <p:sp>
        <p:nvSpPr>
          <p:cNvPr id="29" name="Textplatzhalter 21">
            <a:extLst>
              <a:ext uri="{FF2B5EF4-FFF2-40B4-BE49-F238E27FC236}">
                <a16:creationId xmlns:a16="http://schemas.microsoft.com/office/drawing/2014/main" id="{4A7731F3-0272-FE64-9F1E-994ECA8695D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68641" y="2139951"/>
            <a:ext cx="5129609" cy="1885214"/>
          </a:xfrm>
          <a:prstGeom prst="roundRect">
            <a:avLst>
              <a:gd name="adj" fmla="val 6743"/>
            </a:avLst>
          </a:prstGeom>
          <a:solidFill>
            <a:schemeClr val="tx1">
              <a:alpha val="25000"/>
            </a:schemeClr>
          </a:solidFill>
        </p:spPr>
        <p:txBody>
          <a:bodyPr lIns="251999" tIns="360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9B47785-41CA-D2CE-3773-544D14EF87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602821" y="2228082"/>
            <a:ext cx="618482" cy="492443"/>
          </a:xfrm>
        </p:spPr>
        <p:txBody>
          <a:bodyPr wrap="square">
            <a:spAutoFit/>
          </a:bodyPr>
          <a:lstStyle>
            <a:lvl1pPr marL="0" indent="0" algn="r">
              <a:buNone/>
              <a:defRPr sz="32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AT" noProof="0"/>
              <a:t>02</a:t>
            </a:r>
          </a:p>
        </p:txBody>
      </p:sp>
      <p:sp>
        <p:nvSpPr>
          <p:cNvPr id="31" name="Textplatzhalter 21">
            <a:extLst>
              <a:ext uri="{FF2B5EF4-FFF2-40B4-BE49-F238E27FC236}">
                <a16:creationId xmlns:a16="http://schemas.microsoft.com/office/drawing/2014/main" id="{7EB9E461-B2BE-3245-CC10-48EED54E104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10842" y="4367828"/>
            <a:ext cx="5129609" cy="1885214"/>
          </a:xfrm>
          <a:prstGeom prst="roundRect">
            <a:avLst>
              <a:gd name="adj" fmla="val 6743"/>
            </a:avLst>
          </a:prstGeom>
          <a:solidFill>
            <a:schemeClr val="tx1">
              <a:alpha val="25000"/>
            </a:schemeClr>
          </a:solidFill>
        </p:spPr>
        <p:txBody>
          <a:bodyPr lIns="251999" tIns="360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85CFF4DB-B576-20EA-CDBF-98263B36487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45022" y="4455959"/>
            <a:ext cx="618482" cy="492443"/>
          </a:xfrm>
        </p:spPr>
        <p:txBody>
          <a:bodyPr wrap="square">
            <a:spAutoFit/>
          </a:bodyPr>
          <a:lstStyle>
            <a:lvl1pPr marL="0" indent="0" algn="r">
              <a:buNone/>
              <a:defRPr sz="32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AT" noProof="0"/>
              <a:t>03</a:t>
            </a:r>
          </a:p>
        </p:txBody>
      </p:sp>
      <p:sp>
        <p:nvSpPr>
          <p:cNvPr id="33" name="Textplatzhalter 21">
            <a:extLst>
              <a:ext uri="{FF2B5EF4-FFF2-40B4-BE49-F238E27FC236}">
                <a16:creationId xmlns:a16="http://schemas.microsoft.com/office/drawing/2014/main" id="{37FF7232-FD5A-D2CB-4122-B541F34C5CA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68641" y="4367828"/>
            <a:ext cx="5129609" cy="1885214"/>
          </a:xfrm>
          <a:prstGeom prst="roundRect">
            <a:avLst>
              <a:gd name="adj" fmla="val 6743"/>
            </a:avLst>
          </a:prstGeom>
          <a:solidFill>
            <a:schemeClr val="tx1">
              <a:alpha val="25000"/>
            </a:schemeClr>
          </a:solidFill>
        </p:spPr>
        <p:txBody>
          <a:bodyPr lIns="251999" tIns="360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F140D453-1C1C-573A-D67F-B23DF459181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602821" y="4455959"/>
            <a:ext cx="618482" cy="492443"/>
          </a:xfrm>
        </p:spPr>
        <p:txBody>
          <a:bodyPr wrap="square">
            <a:spAutoFit/>
          </a:bodyPr>
          <a:lstStyle>
            <a:lvl1pPr marL="0" indent="0" algn="r">
              <a:buNone/>
              <a:defRPr sz="32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AT" noProof="0"/>
              <a:t>04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368A693-D57F-0F88-2208-1A663ED29D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517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orient="horz" pos="3940" userDrawn="1">
          <p15:clr>
            <a:srgbClr val="5ACBF0"/>
          </p15:clr>
        </p15:guide>
        <p15:guide id="3" pos="506" userDrawn="1">
          <p15:clr>
            <a:srgbClr val="5ACBF0"/>
          </p15:clr>
        </p15:guide>
        <p15:guide id="4" pos="7174" userDrawn="1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vollflächig +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E3C9492-034D-5506-222F-6E44C964A86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71FA70C8-18AB-A4A8-5EC2-29ECBC123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A59CD13C-BBB2-EB46-B570-08D6E3877884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AEDB545B-D710-2DBF-CD8E-E53396AA2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D00CC7C-2BC5-2455-3756-558A46667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A58712F-B9FD-4486-4173-2E9568410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F303C7AA-759C-73C2-7D75-184656B0AF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100" y="5142259"/>
            <a:ext cx="3046811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0" name="Textplatzhalter 18">
            <a:extLst>
              <a:ext uri="{FF2B5EF4-FFF2-40B4-BE49-F238E27FC236}">
                <a16:creationId xmlns:a16="http://schemas.microsoft.com/office/drawing/2014/main" id="{E87E5A8F-BE19-0FFE-38B3-EC65367444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595" y="5142259"/>
            <a:ext cx="3046811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1" name="Textplatzhalter 18">
            <a:extLst>
              <a:ext uri="{FF2B5EF4-FFF2-40B4-BE49-F238E27FC236}">
                <a16:creationId xmlns:a16="http://schemas.microsoft.com/office/drawing/2014/main" id="{466A5647-63CC-9E8F-66C5-57249A42D56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089" y="5142259"/>
            <a:ext cx="3046811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6B4827DF-EAB3-49A2-3AD2-6C60C57A1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1808163"/>
            <a:ext cx="11395074" cy="3004341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80000"/>
              </a:lnSpc>
              <a:defRPr sz="66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„Mastertitelformat bearbeiten“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2CB8A91D-323B-E0AF-BD81-5B3E3DF40C6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236" y="1118626"/>
            <a:ext cx="11393301" cy="607865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 err="1"/>
              <a:t>Lorem</a:t>
            </a:r>
            <a:r>
              <a:rPr lang="de-AT" noProof="0"/>
              <a:t> </a:t>
            </a:r>
            <a:r>
              <a:rPr lang="de-AT" noProof="0" err="1"/>
              <a:t>ipsum</a:t>
            </a:r>
            <a:endParaRPr lang="de-AT" noProof="0"/>
          </a:p>
        </p:txBody>
      </p:sp>
    </p:spTree>
    <p:extLst>
      <p:ext uri="{BB962C8B-B14F-4D97-AF65-F5344CB8AC3E}">
        <p14:creationId xmlns:p14="http://schemas.microsoft.com/office/powerpoint/2010/main" val="2278451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90" userDrawn="1">
          <p15:clr>
            <a:srgbClr val="5ACBF0"/>
          </p15:clr>
        </p15:guide>
        <p15:guide id="2" orient="horz" pos="3720" userDrawn="1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5 + 3 Textfel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651B2E5-689C-7D77-5D64-B15DFA65EA6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439BD23F-2024-2902-2704-44EF80769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237" y="1039015"/>
            <a:ext cx="11395074" cy="1370905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AT" noProof="0"/>
              <a:t>Headline</a:t>
            </a:r>
            <a:br>
              <a:rPr lang="de-AT" noProof="0"/>
            </a:br>
            <a:r>
              <a:rPr lang="de-AT" noProof="0"/>
              <a:t>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9" name="Textplatzhalter 21">
            <a:extLst>
              <a:ext uri="{FF2B5EF4-FFF2-40B4-BE49-F238E27FC236}">
                <a16:creationId xmlns:a16="http://schemas.microsoft.com/office/drawing/2014/main" id="{394052BB-2B3E-EEC9-20D8-3971025A5F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0237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25000"/>
            </a:schemeClr>
          </a:solidFill>
        </p:spPr>
        <p:txBody>
          <a:bodyPr lIns="288000" tIns="288000" rIns="288000" bIns="288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0" name="Textplatzhalter 21">
            <a:extLst>
              <a:ext uri="{FF2B5EF4-FFF2-40B4-BE49-F238E27FC236}">
                <a16:creationId xmlns:a16="http://schemas.microsoft.com/office/drawing/2014/main" id="{918140AB-C200-FA15-241F-33812D2E59F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1180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25000"/>
            </a:schemeClr>
          </a:solidFill>
        </p:spPr>
        <p:txBody>
          <a:bodyPr lIns="288000" tIns="288000" rIns="288000" bIns="288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1" name="Textplatzhalter 21">
            <a:extLst>
              <a:ext uri="{FF2B5EF4-FFF2-40B4-BE49-F238E27FC236}">
                <a16:creationId xmlns:a16="http://schemas.microsoft.com/office/drawing/2014/main" id="{D61639D5-94C4-64E2-1369-15479E154BB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22123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25000"/>
            </a:schemeClr>
          </a:solidFill>
        </p:spPr>
        <p:txBody>
          <a:bodyPr lIns="288000" tIns="288000" rIns="288000" bIns="288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2FF510D-42DF-7A8F-2B55-D4F1E8FE12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21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42" userDrawn="1">
          <p15:clr>
            <a:srgbClr val="5ACBF0"/>
          </p15:clr>
        </p15:guide>
        <p15:guide id="2" orient="horz" pos="3475" userDrawn="1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vollflächig + 3 Textfel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9" name="Textplatzhalter 21">
            <a:extLst>
              <a:ext uri="{FF2B5EF4-FFF2-40B4-BE49-F238E27FC236}">
                <a16:creationId xmlns:a16="http://schemas.microsoft.com/office/drawing/2014/main" id="{394052BB-2B3E-EEC9-20D8-3971025A5F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0237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90000"/>
            </a:schemeClr>
          </a:solidFill>
        </p:spPr>
        <p:txBody>
          <a:bodyPr lIns="288000" tIns="288000" rIns="288000" bIns="28800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2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0" name="Textplatzhalter 21">
            <a:extLst>
              <a:ext uri="{FF2B5EF4-FFF2-40B4-BE49-F238E27FC236}">
                <a16:creationId xmlns:a16="http://schemas.microsoft.com/office/drawing/2014/main" id="{918140AB-C200-FA15-241F-33812D2E59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1180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90000"/>
            </a:schemeClr>
          </a:solidFill>
        </p:spPr>
        <p:txBody>
          <a:bodyPr lIns="288000" tIns="288000" rIns="288000" bIns="28800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2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1" name="Textplatzhalter 21">
            <a:extLst>
              <a:ext uri="{FF2B5EF4-FFF2-40B4-BE49-F238E27FC236}">
                <a16:creationId xmlns:a16="http://schemas.microsoft.com/office/drawing/2014/main" id="{D61639D5-94C4-64E2-1369-15479E154B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22123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90000"/>
            </a:schemeClr>
          </a:solidFill>
        </p:spPr>
        <p:txBody>
          <a:bodyPr lIns="288000" tIns="288000" rIns="288000" bIns="28800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2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8" name="Titel 14">
            <a:extLst>
              <a:ext uri="{FF2B5EF4-FFF2-40B4-BE49-F238E27FC236}">
                <a16:creationId xmlns:a16="http://schemas.microsoft.com/office/drawing/2014/main" id="{DBEBCD20-9DD7-04FE-BC0A-8D14B3F3B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1399874"/>
            <a:ext cx="11395074" cy="843073"/>
          </a:xfrm>
        </p:spPr>
        <p:txBody>
          <a:bodyPr anchor="ctr">
            <a:noAutofit/>
          </a:bodyPr>
          <a:lstStyle>
            <a:lvl1pPr algn="ctr">
              <a:defRPr sz="5000">
                <a:solidFill>
                  <a:schemeClr val="tx1"/>
                </a:solidFill>
              </a:defRPr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F8427037-BC78-80E8-AB53-BB9BA269002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7287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42" userDrawn="1">
          <p15:clr>
            <a:srgbClr val="5ACBF0"/>
          </p15:clr>
        </p15:guide>
        <p15:guide id="2" orient="horz" pos="3475" userDrawn="1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vollflächig + 3 kleine Textfel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3" name="Textplatzhalter 21">
            <a:extLst>
              <a:ext uri="{FF2B5EF4-FFF2-40B4-BE49-F238E27FC236}">
                <a16:creationId xmlns:a16="http://schemas.microsoft.com/office/drawing/2014/main" id="{B15B2A6E-6465-9709-D37B-AFAA9295D9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38" y="3674339"/>
            <a:ext cx="3709890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8" name="Titel 14">
            <a:extLst>
              <a:ext uri="{FF2B5EF4-FFF2-40B4-BE49-F238E27FC236}">
                <a16:creationId xmlns:a16="http://schemas.microsoft.com/office/drawing/2014/main" id="{DBEBCD20-9DD7-04FE-BC0A-8D14B3F3B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038" y="964092"/>
            <a:ext cx="11395074" cy="2065851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F8427037-BC78-80E8-AB53-BB9BA269002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14" name="Textplatzhalter 21">
            <a:extLst>
              <a:ext uri="{FF2B5EF4-FFF2-40B4-BE49-F238E27FC236}">
                <a16:creationId xmlns:a16="http://schemas.microsoft.com/office/drawing/2014/main" id="{0179BC64-4263-D7AC-3F2A-7857656C84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038" y="5491610"/>
            <a:ext cx="3709890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5" name="Textplatzhalter 21">
            <a:extLst>
              <a:ext uri="{FF2B5EF4-FFF2-40B4-BE49-F238E27FC236}">
                <a16:creationId xmlns:a16="http://schemas.microsoft.com/office/drawing/2014/main" id="{0442107D-1C8D-70EB-039B-C7FB887114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5038" y="4582974"/>
            <a:ext cx="3709890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53960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vollflächig + 2 kleine Textfel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6" name="Textplatzhalter 21">
            <a:extLst>
              <a:ext uri="{FF2B5EF4-FFF2-40B4-BE49-F238E27FC236}">
                <a16:creationId xmlns:a16="http://schemas.microsoft.com/office/drawing/2014/main" id="{C5E9F97C-17D0-2357-3FA7-D9E9921D33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0237" y="3794945"/>
            <a:ext cx="11395075" cy="3063055"/>
          </a:xfrm>
          <a:prstGeom prst="round2SameRect">
            <a:avLst>
              <a:gd name="adj1" fmla="val 9402"/>
              <a:gd name="adj2" fmla="val 0"/>
            </a:avLst>
          </a:prstGeom>
          <a:solidFill>
            <a:schemeClr val="tx1">
              <a:alpha val="90000"/>
            </a:schemeClr>
          </a:solidFill>
        </p:spPr>
        <p:txBody>
          <a:bodyPr lIns="432000" tIns="216000" rIns="5544000" bIns="288000" anchor="ctr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None/>
              <a:defRPr sz="44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7" name="Textplatzhalter 21">
            <a:extLst>
              <a:ext uri="{FF2B5EF4-FFF2-40B4-BE49-F238E27FC236}">
                <a16:creationId xmlns:a16="http://schemas.microsoft.com/office/drawing/2014/main" id="{F6DF1D3F-DDC4-B2D7-F2ED-6DC8A21A24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7300" y="4191802"/>
            <a:ext cx="4610002" cy="873663"/>
          </a:xfrm>
          <a:prstGeom prst="roundRect">
            <a:avLst>
              <a:gd name="adj" fmla="val 14422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F8427037-BC78-80E8-AB53-BB9BA269002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18" name="Textplatzhalter 21">
            <a:extLst>
              <a:ext uri="{FF2B5EF4-FFF2-40B4-BE49-F238E27FC236}">
                <a16:creationId xmlns:a16="http://schemas.microsoft.com/office/drawing/2014/main" id="{23442E91-2B83-3B07-E9B4-4B09A67AB3D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47300" y="5377912"/>
            <a:ext cx="4610002" cy="873663"/>
          </a:xfrm>
          <a:prstGeom prst="roundRect">
            <a:avLst>
              <a:gd name="adj" fmla="val 14422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23915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387" userDrawn="1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links + Bild rechts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112348" y="0"/>
            <a:ext cx="6079651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6207" y="271305"/>
            <a:ext cx="5485744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BBCE250A-42D7-D901-3D53-EF1E025A44A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016000"/>
            <a:ext cx="5312063" cy="4903997"/>
          </a:xfrm>
        </p:spPr>
        <p:txBody>
          <a:bodyPr anchor="b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1B8BC4F8-94E9-E1DB-8010-0206E6E4AC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9887" y="1015999"/>
            <a:ext cx="5312063" cy="4903997"/>
          </a:xfrm>
        </p:spPr>
        <p:txBody>
          <a:bodyPr anchor="t">
            <a:no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4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DB6B9047-342F-6978-B394-95E4C69954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0B96CAB-F1B9-782B-02B9-5309B3D53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8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40" userDrawn="1">
          <p15:clr>
            <a:srgbClr val="5ACBF0"/>
          </p15:clr>
        </p15:guide>
        <p15:guide id="2" orient="horz" pos="3725" userDrawn="1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links + größeres Bild rechts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208926" y="0"/>
            <a:ext cx="7983073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7822" y="271305"/>
            <a:ext cx="7344129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80B668F0-0E9A-9BC2-B2E5-64DCC33D3D0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803183"/>
            <a:ext cx="3616923" cy="1575816"/>
          </a:xfrm>
        </p:spPr>
        <p:txBody>
          <a:bodyPr anchor="t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 b="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9339C54E-BA73-A7D4-A8D7-1302B3DD8F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2814" y="3623733"/>
            <a:ext cx="3616923" cy="2627842"/>
          </a:xfrm>
        </p:spPr>
        <p:txBody>
          <a:bodyPr anchor="t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5832F44-47F9-AD2B-8755-E4E356EEB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9638BE7-8052-B9DE-3A28-0AEB35C20D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6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links  + Text rech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9013F5DB-60EA-91C9-E066-77F534F06B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43091" y="1016000"/>
            <a:ext cx="4448860" cy="4903997"/>
          </a:xfrm>
        </p:spPr>
        <p:txBody>
          <a:bodyPr anchor="ctr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4000"/>
              </a:spcAft>
              <a:buNone/>
              <a:defRPr sz="3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6D5A9824-4341-6A3F-0DC0-A1B5C5034B73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0"/>
            <a:ext cx="6079651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5333" y="271305"/>
            <a:ext cx="552661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F8427037-BC78-80E8-AB53-BB9BA269002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9487F053-7B65-ACBB-E7FC-283821DDEF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016000"/>
            <a:ext cx="5312063" cy="4903997"/>
          </a:xfrm>
        </p:spPr>
        <p:txBody>
          <a:bodyPr anchor="b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974773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25" userDrawn="1">
          <p15:clr>
            <a:srgbClr val="5ACBF0"/>
          </p15:clr>
        </p15:guide>
        <p15:guide id="2" orient="horz" pos="640" userDrawn="1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ben + Bild unt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21">
            <a:extLst>
              <a:ext uri="{FF2B5EF4-FFF2-40B4-BE49-F238E27FC236}">
                <a16:creationId xmlns:a16="http://schemas.microsoft.com/office/drawing/2014/main" id="{134C2819-F58E-778D-4D16-1D02050301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2581" y="986335"/>
            <a:ext cx="1686838" cy="455874"/>
          </a:xfrm>
          <a:prstGeom prst="roundRect">
            <a:avLst>
              <a:gd name="adj" fmla="val 27639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8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2641598"/>
            <a:ext cx="12192000" cy="4216401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ADAACFD-360C-5201-4331-9481888EB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2" name="Titel 14">
            <a:extLst>
              <a:ext uri="{FF2B5EF4-FFF2-40B4-BE49-F238E27FC236}">
                <a16:creationId xmlns:a16="http://schemas.microsoft.com/office/drawing/2014/main" id="{E5247B9E-E1D0-F1B0-34C9-3EF89DD3B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1472355"/>
            <a:ext cx="11395074" cy="963759"/>
          </a:xfrm>
        </p:spPr>
        <p:txBody>
          <a:bodyPr anchor="ctr">
            <a:noAutofit/>
          </a:bodyPr>
          <a:lstStyle>
            <a:lvl1pPr algn="ctr">
              <a:defRPr sz="5400" b="0">
                <a:solidFill>
                  <a:schemeClr val="tx1"/>
                </a:solidFill>
              </a:defRPr>
            </a:lvl1pPr>
          </a:lstStyle>
          <a:p>
            <a:r>
              <a:rPr lang="de-AT" noProof="0"/>
              <a:t>Headline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3B1D025-34F0-F707-AC6F-F38CC623C3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646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18" userDrawn="1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oben + Text unt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5E02234-C335-9955-F394-203398EFF7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037" y="4118981"/>
            <a:ext cx="5159601" cy="694971"/>
          </a:xfrm>
          <a:prstGeom prst="roundRect">
            <a:avLst>
              <a:gd name="adj" fmla="val 18130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1"/>
            <a:ext cx="12192000" cy="3429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ADAACFD-360C-5201-4331-9481888EB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2" name="Titel 14">
            <a:extLst>
              <a:ext uri="{FF2B5EF4-FFF2-40B4-BE49-F238E27FC236}">
                <a16:creationId xmlns:a16="http://schemas.microsoft.com/office/drawing/2014/main" id="{E5247B9E-E1D0-F1B0-34C9-3EF89DD3B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1472355"/>
            <a:ext cx="11395074" cy="963759"/>
          </a:xfrm>
        </p:spPr>
        <p:txBody>
          <a:bodyPr anchor="ctr">
            <a:noAutofit/>
          </a:bodyPr>
          <a:lstStyle>
            <a:lvl1pPr algn="ctr">
              <a:defRPr sz="5400" b="0">
                <a:solidFill>
                  <a:schemeClr val="tx1"/>
                </a:solidFill>
              </a:defRPr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23" name="Textplatzhalter 21">
            <a:extLst>
              <a:ext uri="{FF2B5EF4-FFF2-40B4-BE49-F238E27FC236}">
                <a16:creationId xmlns:a16="http://schemas.microsoft.com/office/drawing/2014/main" id="{B9789406-923B-F4B8-BD19-6CE3C16205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5037" y="5251745"/>
            <a:ext cx="5159601" cy="694971"/>
          </a:xfrm>
          <a:prstGeom prst="roundRect">
            <a:avLst>
              <a:gd name="adj" fmla="val 18130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4" name="Textplatzhalter 21">
            <a:extLst>
              <a:ext uri="{FF2B5EF4-FFF2-40B4-BE49-F238E27FC236}">
                <a16:creationId xmlns:a16="http://schemas.microsoft.com/office/drawing/2014/main" id="{8B4F6CD0-D36F-6531-9E6F-814372B6CB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32349" y="4118981"/>
            <a:ext cx="5159601" cy="694971"/>
          </a:xfrm>
          <a:prstGeom prst="roundRect">
            <a:avLst>
              <a:gd name="adj" fmla="val 18130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5" name="Textplatzhalter 21">
            <a:extLst>
              <a:ext uri="{FF2B5EF4-FFF2-40B4-BE49-F238E27FC236}">
                <a16:creationId xmlns:a16="http://schemas.microsoft.com/office/drawing/2014/main" id="{1D2312D9-1AA6-E7E9-B24B-7763DCA36A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2349" y="5251745"/>
            <a:ext cx="5159601" cy="694971"/>
          </a:xfrm>
          <a:prstGeom prst="roundRect">
            <a:avLst>
              <a:gd name="adj" fmla="val 18130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6" name="Textplatzhalter 2">
            <a:extLst>
              <a:ext uri="{FF2B5EF4-FFF2-40B4-BE49-F238E27FC236}">
                <a16:creationId xmlns:a16="http://schemas.microsoft.com/office/drawing/2014/main" id="{60E337AD-8D95-156E-B242-9D810E6F1E3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889C224-9A37-0807-727F-E71BCBE18B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642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91" userDrawn="1">
          <p15:clr>
            <a:srgbClr val="5ACBF0"/>
          </p15:clr>
        </p15:guide>
        <p15:guide id="2" orient="horz" pos="3748" userDrawn="1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1 + 3 Bil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ACCF73E8-10B0-0B84-1404-85AABDF6467C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4B1E-EE8E-9B42-8826-03AB784C90A8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FF5981-2895-C798-0C92-59C1B191DA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" name="Bildplatzhalter 11">
            <a:extLst>
              <a:ext uri="{FF2B5EF4-FFF2-40B4-BE49-F238E27FC236}">
                <a16:creationId xmlns:a16="http://schemas.microsoft.com/office/drawing/2014/main" id="{316C6D6D-16BB-8646-E58E-CAAD2A8A86C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00237" y="150795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8" name="Bildplatzhalter 11">
            <a:extLst>
              <a:ext uri="{FF2B5EF4-FFF2-40B4-BE49-F238E27FC236}">
                <a16:creationId xmlns:a16="http://schemas.microsoft.com/office/drawing/2014/main" id="{076C221C-A1EE-7021-275B-815D27E4B57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48246" y="150795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0" name="Bildplatzhalter 11">
            <a:extLst>
              <a:ext uri="{FF2B5EF4-FFF2-40B4-BE49-F238E27FC236}">
                <a16:creationId xmlns:a16="http://schemas.microsoft.com/office/drawing/2014/main" id="{A2730ED5-2673-B04B-7E4C-FFD96DD2D51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96254" y="150795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D6A7D0DD-BCA8-0AE5-526E-55FE556AC1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236" y="5544567"/>
            <a:ext cx="3695789" cy="7070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7213C2DD-ED92-586E-9FCB-C0774E184F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8246" y="5544567"/>
            <a:ext cx="3695789" cy="7070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0A0DE34-7C14-0DCF-3443-30D57AE062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96254" y="5544567"/>
            <a:ext cx="3695789" cy="7070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605AB16-8607-0578-B12F-6658CBD4BB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41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946" userDrawn="1">
          <p15:clr>
            <a:srgbClr val="5ACBF0"/>
          </p15:clr>
        </p15:guide>
        <p15:guide id="2" orient="horz" pos="3372" userDrawn="1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iß_Blau + 3 Textfelder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CE898E0-4463-731D-C77B-A26E818186C3}"/>
              </a:ext>
            </a:extLst>
          </p:cNvPr>
          <p:cNvSpPr/>
          <p:nvPr userDrawn="1"/>
        </p:nvSpPr>
        <p:spPr>
          <a:xfrm>
            <a:off x="0" y="2641600"/>
            <a:ext cx="12192000" cy="4216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noProof="0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5FE332B-7ABC-895B-262C-FABC5EE7A1C1}"/>
              </a:ext>
            </a:extLst>
          </p:cNvPr>
          <p:cNvSpPr/>
          <p:nvPr/>
        </p:nvSpPr>
        <p:spPr>
          <a:xfrm>
            <a:off x="0" y="2641600"/>
            <a:ext cx="12192000" cy="4216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noProof="0">
              <a:solidFill>
                <a:schemeClr val="tx1"/>
              </a:solidFill>
            </a:endParaRPr>
          </a:p>
        </p:txBody>
      </p:sp>
      <p:sp>
        <p:nvSpPr>
          <p:cNvPr id="28" name="Textplatzhalter 21">
            <a:extLst>
              <a:ext uri="{FF2B5EF4-FFF2-40B4-BE49-F238E27FC236}">
                <a16:creationId xmlns:a16="http://schemas.microsoft.com/office/drawing/2014/main" id="{31DC8F40-CA89-035D-9FB9-427A98671A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0237" y="3125337"/>
            <a:ext cx="3569640" cy="3126237"/>
          </a:xfrm>
          <a:prstGeom prst="roundRect">
            <a:avLst>
              <a:gd name="adj" fmla="val 4857"/>
            </a:avLst>
          </a:prstGeom>
          <a:solidFill>
            <a:schemeClr val="bg1"/>
          </a:solidFill>
        </p:spPr>
        <p:txBody>
          <a:bodyPr lIns="180000" tIns="1512000" rIns="180000" bIns="0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4pPr marL="1371600" indent="0">
              <a:buNone/>
              <a:defRPr/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9" name="Textplatzhalter 21">
            <a:extLst>
              <a:ext uri="{FF2B5EF4-FFF2-40B4-BE49-F238E27FC236}">
                <a16:creationId xmlns:a16="http://schemas.microsoft.com/office/drawing/2014/main" id="{9E61F644-2FD9-2A07-4886-EEEC2CEF430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11273" y="3125337"/>
            <a:ext cx="3569640" cy="3126237"/>
          </a:xfrm>
          <a:prstGeom prst="roundRect">
            <a:avLst>
              <a:gd name="adj" fmla="val 4857"/>
            </a:avLst>
          </a:prstGeom>
          <a:solidFill>
            <a:schemeClr val="bg1"/>
          </a:solidFill>
        </p:spPr>
        <p:txBody>
          <a:bodyPr lIns="180000" tIns="1512000" rIns="180000" bIns="0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4pPr marL="1371600" indent="0">
              <a:buNone/>
              <a:defRPr/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30" name="Textplatzhalter 21">
            <a:extLst>
              <a:ext uri="{FF2B5EF4-FFF2-40B4-BE49-F238E27FC236}">
                <a16:creationId xmlns:a16="http://schemas.microsoft.com/office/drawing/2014/main" id="{117BE5BF-C985-A083-F058-60446210499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22310" y="3125337"/>
            <a:ext cx="3569640" cy="3126237"/>
          </a:xfrm>
          <a:prstGeom prst="roundRect">
            <a:avLst>
              <a:gd name="adj" fmla="val 4857"/>
            </a:avLst>
          </a:prstGeom>
          <a:solidFill>
            <a:schemeClr val="bg1"/>
          </a:solidFill>
        </p:spPr>
        <p:txBody>
          <a:bodyPr lIns="180000" tIns="1512000" rIns="180000" bIns="0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4pPr marL="1371600" indent="0">
              <a:buNone/>
              <a:defRPr/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0" name="Bildplatzhalter 37">
            <a:extLst>
              <a:ext uri="{FF2B5EF4-FFF2-40B4-BE49-F238E27FC236}">
                <a16:creationId xmlns:a16="http://schemas.microsoft.com/office/drawing/2014/main" id="{9007CD21-E331-59DD-B6E6-FAB99FA4476D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1667857" y="3397307"/>
            <a:ext cx="1034401" cy="103440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AC1EB0-53BB-3243-9B08-2A1EA0BAFB8B}" type="datetime1">
              <a:rPr lang="de-AT" noProof="0" smtClean="0"/>
              <a:pPr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A5A8C102-C7AE-E1B1-4044-521B5D7B79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1107996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  <a:br>
              <a:rPr lang="de-AT" noProof="0"/>
            </a:br>
            <a:r>
              <a:rPr lang="de-AT" b="0" noProof="0"/>
              <a:t>Headline</a:t>
            </a:r>
          </a:p>
        </p:txBody>
      </p:sp>
      <p:sp>
        <p:nvSpPr>
          <p:cNvPr id="24" name="Bildplatzhalter 37">
            <a:extLst>
              <a:ext uri="{FF2B5EF4-FFF2-40B4-BE49-F238E27FC236}">
                <a16:creationId xmlns:a16="http://schemas.microsoft.com/office/drawing/2014/main" id="{D581CC89-6C5D-A65C-46DB-83A88F5A16CB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5578893" y="3397307"/>
            <a:ext cx="1034401" cy="103440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7883BF61-1DC2-091D-76A4-AD4CE358326C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489930" y="3397308"/>
            <a:ext cx="1034401" cy="103440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AT" noProof="0"/>
              <a:t>Icon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8D06AB6-D205-4BAD-9A0A-4BDB874A03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58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61" userDrawn="1">
          <p15:clr>
            <a:srgbClr val="5ACBF0"/>
          </p15:clr>
        </p15:guide>
        <p15:guide id="2" orient="horz" pos="3940" userDrawn="1">
          <p15:clr>
            <a:srgbClr val="5ACBF0"/>
          </p15:clr>
        </p15:guide>
        <p15:guide id="3" orient="horz" pos="1967" userDrawn="1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A Bla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A66D-DFCE-334C-BD3A-FC71B59CD867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19919588-06BF-CF90-2F5F-13D15DB99A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E9F97FF-2E68-7F80-F075-0C044016AF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DCF544EE-9874-C9B2-0DF6-496BC7890B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11395074" cy="4443412"/>
          </a:xfrm>
        </p:spPr>
        <p:txBody>
          <a:bodyPr wrap="square" anchor="t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0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78876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1 +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30B21BD-4326-95E7-615D-BAB10A3DCB93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4B1E-EE8E-9B42-8826-03AB784C90A8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FF5981-2895-C798-0C92-59C1B191DA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DFF7941A-9130-7A7B-108A-18590B26EE4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11395074" cy="4443412"/>
          </a:xfrm>
        </p:spPr>
        <p:txBody>
          <a:bodyPr wrap="square" anchor="t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0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21F1563-A380-881F-C66A-E21F84A9F3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82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2 +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43362708-AE5F-2424-E2BB-4AFD53628521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 flip="none" rotWithShape="1">
            <a:gsLst>
              <a:gs pos="90000">
                <a:srgbClr val="005CA9"/>
              </a:gs>
              <a:gs pos="0">
                <a:srgbClr val="71ADFF"/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FD7440A-ABE8-9EB8-477B-180253DEFEA9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 flip="none" rotWithShape="1">
            <a:gsLst>
              <a:gs pos="90000">
                <a:srgbClr val="005CA9"/>
              </a:gs>
              <a:gs pos="0">
                <a:srgbClr val="71ADFF"/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20BD-985F-B24C-AB1B-306C4174C38D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4AE7F5F-7721-5C1A-4648-78A635DFB0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8A2DA6C3-0642-66F4-7872-14CCD111F0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11395074" cy="4443412"/>
          </a:xfrm>
        </p:spPr>
        <p:txBody>
          <a:bodyPr wrap="square" anchor="t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0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1B0D30B-9D3D-D6D4-F27A-72FCC6F1FA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53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4 + Text + Bild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4AF809C-9E39-1A44-81C9-732CDC5BE660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55000">
                <a:schemeClr val="bg1"/>
              </a:gs>
              <a:gs pos="14000">
                <a:schemeClr val="bg1"/>
              </a:gs>
              <a:gs pos="100000">
                <a:srgbClr val="6393C6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55000">
                <a:schemeClr val="bg1"/>
              </a:gs>
              <a:gs pos="14000">
                <a:schemeClr val="bg1"/>
              </a:gs>
              <a:gs pos="100000">
                <a:srgbClr val="6393C6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1EA7E588-BB1B-4D8B-714A-331B9CF47D2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11395074" cy="4443412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914C8-7C5F-FE49-BF49-2F889180DDF4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8" name="Textplatzhalter 5">
            <a:extLst>
              <a:ext uri="{FF2B5EF4-FFF2-40B4-BE49-F238E27FC236}">
                <a16:creationId xmlns:a16="http://schemas.microsoft.com/office/drawing/2014/main" id="{921AC4C9-F7BA-B282-2451-EE4463ED1C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0D7D275D-13F3-898C-B158-EBE16D12C5A0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417416" y="1135405"/>
            <a:ext cx="5372101" cy="5722595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B36BE31-0770-3387-A09D-0ED48CBD97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14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5 + blaue Form mit Text + Bild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366C960-AE82-4DE6-3224-F44988D814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platzhalter 21">
            <a:extLst>
              <a:ext uri="{FF2B5EF4-FFF2-40B4-BE49-F238E27FC236}">
                <a16:creationId xmlns:a16="http://schemas.microsoft.com/office/drawing/2014/main" id="{E2B2D849-D938-48CD-3A96-04DB0D14C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050" y="2203696"/>
            <a:ext cx="9163053" cy="3511304"/>
          </a:xfrm>
          <a:prstGeom prst="roundRect">
            <a:avLst>
              <a:gd name="adj" fmla="val 3588"/>
            </a:avLst>
          </a:prstGeom>
          <a:solidFill>
            <a:schemeClr val="accent6"/>
          </a:solidFill>
        </p:spPr>
        <p:txBody>
          <a:bodyPr lIns="1368000" tIns="0" rIns="0" bIns="0" anchor="ctr">
            <a:noAutofit/>
          </a:bodyPr>
          <a:lstStyle>
            <a:lvl1pPr marL="0" indent="0" algn="l">
              <a:spcBef>
                <a:spcPts val="0"/>
              </a:spcBef>
              <a:buClr>
                <a:schemeClr val="bg1"/>
              </a:buClr>
              <a:buNone/>
              <a:defRPr sz="60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3A14E167-39B9-9C54-31FA-0970BD3BF0C6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00050" y="1108406"/>
            <a:ext cx="3733800" cy="574959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6766B3F-0AA3-3EBB-7246-DA9BF9F5BB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477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89" userDrawn="1">
          <p15:clr>
            <a:srgbClr val="5ACBF0"/>
          </p15:clr>
        </p15:guide>
        <p15:guide id="2" orient="horz" pos="3603" userDrawn="1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5 + Bild +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81C47D8-5CC1-AF33-330B-C97D11459D6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CA733F10-6FBB-75DA-1526-E6698C11C2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00050" y="1108406"/>
            <a:ext cx="7829550" cy="574959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670B457E-F786-333D-4D58-A64A600937F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93867" y="1682295"/>
            <a:ext cx="6598083" cy="4569280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F2FA06E-2342-CE8D-D07F-5CAA757EC8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32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ild vollflächi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E3C9492-034D-5506-222F-6E44C964A86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71FA70C8-18AB-A4A8-5EC2-29ECBC123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A59CD13C-BBB2-EB46-B570-08D6E3877884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AEDB545B-D710-2DBF-CD8E-E53396AA2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D00CC7C-2BC5-2455-3756-558A46667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A58712F-B9FD-4486-4173-2E9568410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</p:spTree>
    <p:extLst>
      <p:ext uri="{BB962C8B-B14F-4D97-AF65-F5344CB8AC3E}">
        <p14:creationId xmlns:p14="http://schemas.microsoft.com/office/powerpoint/2010/main" val="4126358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6C83138-BB26-4741-1BDC-F26CE11E24A2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4B1E-EE8E-9B42-8826-03AB784C90A8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FF5981-2895-C798-0C92-59C1B191DA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6B3C506-584C-65AE-2F0D-D8C35422BD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38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86260CD-4B4F-353B-1875-78E81571B789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 flip="none" rotWithShape="1">
            <a:gsLst>
              <a:gs pos="90000">
                <a:srgbClr val="005CA9"/>
              </a:gs>
              <a:gs pos="0">
                <a:srgbClr val="71ADFF"/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FD7440A-ABE8-9EB8-477B-180253DEFEA9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 flip="none" rotWithShape="1">
            <a:gsLst>
              <a:gs pos="90000">
                <a:srgbClr val="005CA9"/>
              </a:gs>
              <a:gs pos="0">
                <a:srgbClr val="71ADFF"/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20BD-985F-B24C-AB1B-306C4174C38D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4AE7F5F-7721-5C1A-4648-78A635DFB0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475795F-DB14-C9DB-2626-C959EC8176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684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B23F233-FF94-CDB5-B450-929B3EC79131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55000">
                <a:schemeClr val="bg1"/>
              </a:gs>
              <a:gs pos="14000">
                <a:schemeClr val="bg1"/>
              </a:gs>
              <a:gs pos="100000">
                <a:srgbClr val="6393C6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55000">
                <a:schemeClr val="bg1"/>
              </a:gs>
              <a:gs pos="14000">
                <a:schemeClr val="bg1"/>
              </a:gs>
              <a:gs pos="100000">
                <a:srgbClr val="6393C6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914C8-7C5F-FE49-BF49-2F889180DDF4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8" name="Textplatzhalter 5">
            <a:extLst>
              <a:ext uri="{FF2B5EF4-FFF2-40B4-BE49-F238E27FC236}">
                <a16:creationId xmlns:a16="http://schemas.microsoft.com/office/drawing/2014/main" id="{921AC4C9-F7BA-B282-2451-EE4463ED1C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15C5D54-5C79-3A9E-01A5-55D4BB491F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288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65A09C2-2C97-9731-038A-517C071CB2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013E7CE-67F4-C37A-F342-765ECC972B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188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+ Bi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013E7CE-67F4-C37A-F342-765ECC972B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A04B3C58-63F7-6491-8DE4-4C3E66008335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112349" y="0"/>
            <a:ext cx="6079651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51B4BE4C-EF8B-A124-B931-94A022B5EB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5211444" cy="2992437"/>
          </a:xfrm>
        </p:spPr>
        <p:txBody>
          <a:bodyPr wrap="square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 err="1"/>
              <a:t>Thank</a:t>
            </a:r>
            <a:r>
              <a:rPr lang="de-AT" noProof="0"/>
              <a:t> </a:t>
            </a:r>
            <a:r>
              <a:rPr lang="de-AT" noProof="0" err="1"/>
              <a:t>you</a:t>
            </a:r>
            <a:r>
              <a:rPr lang="de-AT" noProof="0"/>
              <a:t> </a:t>
            </a:r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B7800E84-48C2-B591-51A4-0105DC8412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6876" y="5013960"/>
            <a:ext cx="5211444" cy="1237616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33430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0" userDrawn="1">
          <p15:clr>
            <a:srgbClr val="5ACBF0"/>
          </p15:clr>
        </p15:guide>
        <p15:guide id="2" orient="horz" pos="3940" userDrawn="1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013E7CE-67F4-C37A-F342-765ECC972B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51B4BE4C-EF8B-A124-B931-94A022B5EB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11395074" cy="2992437"/>
          </a:xfrm>
        </p:spPr>
        <p:txBody>
          <a:bodyPr wrap="square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 err="1"/>
              <a:t>Thank</a:t>
            </a:r>
            <a:r>
              <a:rPr lang="de-AT" noProof="0"/>
              <a:t> </a:t>
            </a:r>
            <a:r>
              <a:rPr lang="de-AT" noProof="0" err="1"/>
              <a:t>you</a:t>
            </a:r>
            <a:r>
              <a:rPr lang="de-AT" noProof="0"/>
              <a:t> </a:t>
            </a:r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B7800E84-48C2-B591-51A4-0105DC8412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6876" y="5013960"/>
            <a:ext cx="11395074" cy="1237616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848084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0">
          <p15:clr>
            <a:srgbClr val="5ACBF0"/>
          </p15:clr>
        </p15:guide>
        <p15:guide id="2" orient="horz" pos="3940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heme" Target="../theme/theme1.xml"/><Relationship Id="rId75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22A0A803-45ED-4E9E-AC17-D7FBCDBA34EC}"/>
              </a:ext>
            </a:extLst>
          </p:cNvPr>
          <p:cNvGraphicFramePr>
            <a:graphicFrameLocks noChangeAspect="1"/>
          </p:cNvGraphicFramePr>
          <p:nvPr>
            <p:custDataLst>
              <p:tags r:id="rId71"/>
            </p:custDataLst>
            <p:extLst>
              <p:ext uri="{D42A27DB-BD31-4B8C-83A1-F6EECF244321}">
                <p14:modId xmlns:p14="http://schemas.microsoft.com/office/powerpoint/2010/main" val="13352084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3" imgW="411" imgH="412" progId="TCLayout.ActiveDocument.1">
                  <p:embed/>
                </p:oleObj>
              </mc:Choice>
              <mc:Fallback>
                <p:oleObj name="think-cell Slide" r:id="rId73" imgW="411" imgH="412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22A0A803-45ED-4E9E-AC17-D7FBCDBA34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765A233-BE70-43F9-810C-13139BE5D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6" y="365125"/>
            <a:ext cx="11395074" cy="10396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de-AT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788AF5-789D-4C61-9C18-D1B0DF7DD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876" y="1808163"/>
            <a:ext cx="11395074" cy="4443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712E8A-280C-4CEC-9EA7-933F3251A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F2339155-F0A4-8949-9A41-8C368C13357E}" type="datetime1">
              <a:rPr lang="de-AT" noProof="0" smtClean="0"/>
              <a:t>28.05.2026</a:t>
            </a:fld>
            <a:endParaRPr lang="de-AT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A2971B-3E47-4B80-9470-25503E740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C6E529-9BC8-44A8-8052-B611D7597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5BDD6B68-FE23-D43A-03BA-F9409FFDE9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2"/>
            </p:custDataLst>
            <p:extLst>
              <p:ext uri="{D42A27DB-BD31-4B8C-83A1-F6EECF244321}">
                <p14:modId xmlns:p14="http://schemas.microsoft.com/office/powerpoint/2010/main" val="13352084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75" imgW="411" imgH="412" progId="TCLayout.ActiveDocument.1">
                  <p:embed/>
                </p:oleObj>
              </mc:Choice>
              <mc:Fallback>
                <p:oleObj name="think-cell Folie" r:id="rId75" imgW="411" imgH="412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5BDD6B68-FE23-D43A-03BA-F9409FFDE9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8627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48" r:id="rId2"/>
    <p:sldLayoutId id="2147483887" r:id="rId3"/>
    <p:sldLayoutId id="2147483949" r:id="rId4"/>
    <p:sldLayoutId id="2147483888" r:id="rId5"/>
    <p:sldLayoutId id="2147483950" r:id="rId6"/>
    <p:sldLayoutId id="2147483889" r:id="rId7"/>
    <p:sldLayoutId id="2147483951" r:id="rId8"/>
    <p:sldLayoutId id="2147483944" r:id="rId9"/>
    <p:sldLayoutId id="2147483945" r:id="rId10"/>
    <p:sldLayoutId id="2147483952" r:id="rId11"/>
    <p:sldLayoutId id="2147483953" r:id="rId12"/>
    <p:sldLayoutId id="2147483892" r:id="rId13"/>
    <p:sldLayoutId id="2147483893" r:id="rId14"/>
    <p:sldLayoutId id="2147483915" r:id="rId15"/>
    <p:sldLayoutId id="2147483957" r:id="rId16"/>
    <p:sldLayoutId id="2147483914" r:id="rId17"/>
    <p:sldLayoutId id="2147483894" r:id="rId18"/>
    <p:sldLayoutId id="2147483956" r:id="rId19"/>
    <p:sldLayoutId id="2147483955" r:id="rId20"/>
    <p:sldLayoutId id="2147483895" r:id="rId21"/>
    <p:sldLayoutId id="2147483896" r:id="rId22"/>
    <p:sldLayoutId id="2147483897" r:id="rId23"/>
    <p:sldLayoutId id="2147483898" r:id="rId24"/>
    <p:sldLayoutId id="2147483899" r:id="rId25"/>
    <p:sldLayoutId id="2147483900" r:id="rId26"/>
    <p:sldLayoutId id="2147483901" r:id="rId27"/>
    <p:sldLayoutId id="2147483902" r:id="rId28"/>
    <p:sldLayoutId id="2147483903" r:id="rId29"/>
    <p:sldLayoutId id="2147483916" r:id="rId30"/>
    <p:sldLayoutId id="2147483946" r:id="rId31"/>
    <p:sldLayoutId id="2147483942" r:id="rId32"/>
    <p:sldLayoutId id="2147483947" r:id="rId33"/>
    <p:sldLayoutId id="2147483904" r:id="rId34"/>
    <p:sldLayoutId id="2147483905" r:id="rId35"/>
    <p:sldLayoutId id="2147483906" r:id="rId36"/>
    <p:sldLayoutId id="2147483907" r:id="rId37"/>
    <p:sldLayoutId id="2147483908" r:id="rId38"/>
    <p:sldLayoutId id="2147483909" r:id="rId39"/>
    <p:sldLayoutId id="2147483910" r:id="rId40"/>
    <p:sldLayoutId id="2147483911" r:id="rId41"/>
    <p:sldLayoutId id="2147483912" r:id="rId42"/>
    <p:sldLayoutId id="2147483913" r:id="rId43"/>
    <p:sldLayoutId id="2147483918" r:id="rId44"/>
    <p:sldLayoutId id="2147483919" r:id="rId45"/>
    <p:sldLayoutId id="2147483920" r:id="rId46"/>
    <p:sldLayoutId id="2147483921" r:id="rId47"/>
    <p:sldLayoutId id="2147483922" r:id="rId48"/>
    <p:sldLayoutId id="2147483923" r:id="rId49"/>
    <p:sldLayoutId id="2147483924" r:id="rId50"/>
    <p:sldLayoutId id="2147483925" r:id="rId51"/>
    <p:sldLayoutId id="2147483926" r:id="rId52"/>
    <p:sldLayoutId id="2147483927" r:id="rId53"/>
    <p:sldLayoutId id="2147483928" r:id="rId54"/>
    <p:sldLayoutId id="2147483929" r:id="rId55"/>
    <p:sldLayoutId id="2147483930" r:id="rId56"/>
    <p:sldLayoutId id="2147483937" r:id="rId57"/>
    <p:sldLayoutId id="2147483931" r:id="rId58"/>
    <p:sldLayoutId id="2147483932" r:id="rId59"/>
    <p:sldLayoutId id="2147483933" r:id="rId60"/>
    <p:sldLayoutId id="2147483934" r:id="rId61"/>
    <p:sldLayoutId id="2147483935" r:id="rId62"/>
    <p:sldLayoutId id="2147483936" r:id="rId63"/>
    <p:sldLayoutId id="2147483938" r:id="rId64"/>
    <p:sldLayoutId id="2147483939" r:id="rId65"/>
    <p:sldLayoutId id="2147483940" r:id="rId66"/>
    <p:sldLayoutId id="2147483941" r:id="rId67"/>
    <p:sldLayoutId id="2147483943" r:id="rId68"/>
    <p:sldLayoutId id="2147483954" r:id="rId6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65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250" userDrawn="1">
          <p15:clr>
            <a:srgbClr val="FBAE40"/>
          </p15:clr>
        </p15:guide>
        <p15:guide id="8" pos="7428" userDrawn="1">
          <p15:clr>
            <a:srgbClr val="FBAE40"/>
          </p15:clr>
        </p15:guide>
        <p15:guide id="10" orient="horz" pos="210" userDrawn="1">
          <p15:clr>
            <a:srgbClr val="FBAE40"/>
          </p15:clr>
        </p15:guide>
        <p15:guide id="12" orient="horz" pos="4081" userDrawn="1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6.jpe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6" Type="http://schemas.openxmlformats.org/officeDocument/2006/relationships/image" Target="../media/image25.jpeg"/><Relationship Id="rId5" Type="http://schemas.openxmlformats.org/officeDocument/2006/relationships/image" Target="../media/image24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8.jpe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6" Type="http://schemas.openxmlformats.org/officeDocument/2006/relationships/image" Target="../media/image27.jpeg"/><Relationship Id="rId5" Type="http://schemas.openxmlformats.org/officeDocument/2006/relationships/image" Target="../media/image24.emf"/><Relationship Id="rId4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0.jpe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6" Type="http://schemas.openxmlformats.org/officeDocument/2006/relationships/image" Target="../media/image29.jpeg"/><Relationship Id="rId5" Type="http://schemas.openxmlformats.org/officeDocument/2006/relationships/image" Target="../media/image24.emf"/><Relationship Id="rId4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7B6A6-9389-5EFF-0EEF-93161CAC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557EE48-DA1E-DBDA-A37D-D5711A58A24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3273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57EE48-DA1E-DBDA-A37D-D5711A58A2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CB7D22A-6DAC-77FA-54D8-1D37101AE920}"/>
              </a:ext>
            </a:extLst>
          </p:cNvPr>
          <p:cNvGraphicFramePr>
            <a:graphicFrameLocks noGrp="1"/>
          </p:cNvGraphicFramePr>
          <p:nvPr/>
        </p:nvGraphicFramePr>
        <p:xfrm>
          <a:off x="453234" y="1222187"/>
          <a:ext cx="4788147" cy="4726888"/>
        </p:xfrm>
        <a:graphic>
          <a:graphicData uri="http://schemas.openxmlformats.org/drawingml/2006/table">
            <a:tbl>
              <a:tblPr/>
              <a:tblGrid>
                <a:gridCol w="4788147">
                  <a:extLst>
                    <a:ext uri="{9D8B030D-6E8A-4147-A177-3AD203B41FA5}">
                      <a16:colId xmlns:a16="http://schemas.microsoft.com/office/drawing/2014/main" val="2378111288"/>
                    </a:ext>
                  </a:extLst>
                </a:gridCol>
              </a:tblGrid>
              <a:tr h="4566546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Name: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Judith Berger</a:t>
                      </a:r>
                      <a:b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Alter: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43 Jahre</a:t>
                      </a:r>
                      <a:b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Wohnort: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Wien / urban</a:t>
                      </a:r>
                      <a:b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Lebensphase: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Beruf etabliert, oft Familie mit Kindern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💼 Beruf &amp; Einkommen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Angestellter im mittleren bis höheren Management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Überdurchschnittliches Einkommen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Stabiler Lebensstandard, beginnt Vermögen aufzubauen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🧠 Verhalten &amp; Einstellungen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„Hybrid-Typ“: nutzt 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digitale Kanäle + persönliche Beratung kombiniert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Informiert sich gerne selbst (Online, Vergleich)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Möchte aber bei wichtigen Entscheidungen 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Absicherung durch persönliche Beratung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Versicherungen sind wichtig, aber nur „so viel wie nötig“ beschäftigen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Wert legt auf 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Vertrauen + Kompetenz des Beraters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🎯 Bedürfnisse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Flexible &amp; maßgeschneiderte Produkte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Viele 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Deckungen &amp; Zusatzleistungen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(z. B. Gesundheit)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Gute Balance aus 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Preis und Leistung (sehr wichtig!)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Intuitive digitale Services (App, Kundenportal)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Unterstützung bei 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Lebensereignissen (z. B. Familie, Finanzen, Gesundheit)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38423" marR="38423" marT="19211" marB="1921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311692"/>
                  </a:ext>
                </a:extLst>
              </a:tr>
              <a:tr h="15232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 marL="38423" marR="38423" marT="19211" marB="19211"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495296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2D741EE-76CB-98C3-68B8-B6C285E85C82}"/>
              </a:ext>
            </a:extLst>
          </p:cNvPr>
          <p:cNvGraphicFramePr>
            <a:graphicFrameLocks noGrp="1"/>
          </p:cNvGraphicFramePr>
          <p:nvPr/>
        </p:nvGraphicFramePr>
        <p:xfrm>
          <a:off x="4547687" y="1762858"/>
          <a:ext cx="4788147" cy="4450063"/>
        </p:xfrm>
        <a:graphic>
          <a:graphicData uri="http://schemas.openxmlformats.org/drawingml/2006/table">
            <a:tbl>
              <a:tblPr/>
              <a:tblGrid>
                <a:gridCol w="4788147">
                  <a:extLst>
                    <a:ext uri="{9D8B030D-6E8A-4147-A177-3AD203B41FA5}">
                      <a16:colId xmlns:a16="http://schemas.microsoft.com/office/drawing/2014/main" val="2378111288"/>
                    </a:ext>
                  </a:extLst>
                </a:gridCol>
              </a:tblGrid>
              <a:tr h="4289721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😣 Pain Points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Zu 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komplexe oder intransparente Produkte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Fehlende Individualisierung („</a:t>
                      </a:r>
                      <a:r>
                        <a:rPr lang="de-DE" sz="800" b="0" i="0" dirty="0" err="1">
                          <a:effectLst/>
                          <a:latin typeface="Segoe UI" panose="020B0502040204020203" pitchFamily="34" charset="0"/>
                        </a:rPr>
                        <a:t>One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de-DE" sz="800" b="0" i="0" dirty="0" err="1">
                          <a:effectLst/>
                          <a:latin typeface="Segoe UI" panose="020B0502040204020203" pitchFamily="34" charset="0"/>
                        </a:rPr>
                        <a:t>size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de-DE" sz="800" b="0" i="0" dirty="0" err="1">
                          <a:effectLst/>
                          <a:latin typeface="Segoe UI" panose="020B0502040204020203" pitchFamily="34" charset="0"/>
                        </a:rPr>
                        <a:t>fits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all“)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Schlechte Beratung oder mangelndes Vertrauen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Zu viele Schritte, die weder digital noch persönlich gut funktionieren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📊 Versicherungsverhalten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Hohe Produktdichte (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Ø ca. 5 Versicherungen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Hohe Abschlussbereitschaft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(großes Wachstumspotenzial)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Vergleicht Angebote aktiv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Mischung aus 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Online-Interaktion + persönlichem Abschluss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Häufig bestehende Beziehung zu Berater</a:t>
                      </a:r>
                      <a:b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</a:b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📱 Bevorzugte Kanäle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Recherche: 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Google, Vergleichsplattformen, Websites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Verwaltung: 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Apps &amp; Kundenportal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Abschluss &amp; Beratung: 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persönlich mit Berater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Kommunikation: Mix aus digital &amp; persönlichem Kontakt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💬 Typisches Zitat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„Ich informiere mich gerne selbst online – aber bei wichtigen Entscheidungen will ich jemanden, dem ich vertraue.“</a:t>
                      </a:r>
                    </a:p>
                  </a:txBody>
                  <a:tcPr marL="38423" marR="38423" marT="19211" marB="1921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311692"/>
                  </a:ext>
                </a:extLst>
              </a:tr>
              <a:tr h="153690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 marL="38423" marR="38423" marT="19211" marB="19211"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49529601"/>
                  </a:ext>
                </a:extLst>
              </a:tr>
            </a:tbl>
          </a:graphicData>
        </a:graphic>
      </p:graphicFrame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6DD4D4A-EE2F-A2D8-64AE-BF3A97FAD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28.05.2026</a:t>
            </a:fld>
            <a:endParaRPr lang="de-AT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22CC60-98CD-8F28-B753-1FCD7B5C5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3759" y="5941058"/>
            <a:ext cx="588191" cy="219454"/>
          </a:xfrm>
        </p:spPr>
        <p:txBody>
          <a:bodyPr/>
          <a:lstStyle/>
          <a:p>
            <a:fld id="{00A52981-3CA4-4342-A3CD-6DEDCD14014C}" type="slidenum">
              <a:rPr lang="de-AT" noProof="0" smtClean="0"/>
              <a:pPr/>
              <a:t>1</a:t>
            </a:fld>
            <a:endParaRPr lang="de-AT" noProof="0" dirty="0"/>
          </a:p>
        </p:txBody>
      </p:sp>
      <p:pic>
        <p:nvPicPr>
          <p:cNvPr id="7" name="Picture 6" descr="A collage of two people&#10;&#10;AI-generated content may be incorrect.">
            <a:extLst>
              <a:ext uri="{FF2B5EF4-FFF2-40B4-BE49-F238E27FC236}">
                <a16:creationId xmlns:a16="http://schemas.microsoft.com/office/drawing/2014/main" id="{B74BA723-1416-A7A8-0D43-DEFE25538B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646920" y="1600227"/>
            <a:ext cx="2545080" cy="3445665"/>
          </a:xfrm>
          <a:prstGeom prst="rect">
            <a:avLst/>
          </a:prstGeom>
        </p:spPr>
      </p:pic>
      <p:pic>
        <p:nvPicPr>
          <p:cNvPr id="8" name="Picture 7" descr="A collage of two people&#10;&#10;AI-generated content may be incorrect.">
            <a:extLst>
              <a:ext uri="{FF2B5EF4-FFF2-40B4-BE49-F238E27FC236}">
                <a16:creationId xmlns:a16="http://schemas.microsoft.com/office/drawing/2014/main" id="{29577C56-A371-F10E-983D-BEAB483DF8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57032" y="113482"/>
            <a:ext cx="2157605" cy="2921081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351A1ABB-A581-4316-5D5F-C4E5ABC454BF}"/>
              </a:ext>
            </a:extLst>
          </p:cNvPr>
          <p:cNvSpPr txBox="1">
            <a:spLocks/>
          </p:cNvSpPr>
          <p:nvPr/>
        </p:nvSpPr>
        <p:spPr>
          <a:xfrm>
            <a:off x="-1" y="6212921"/>
            <a:ext cx="12192001" cy="645079"/>
          </a:xfrm>
          <a:prstGeom prst="rect">
            <a:avLst/>
          </a:prstGeom>
          <a:solidFill>
            <a:srgbClr val="71ADFF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>
                <a:solidFill>
                  <a:schemeClr val="bg1"/>
                </a:solidFill>
                <a:cs typeface="Times New Roman" panose="02020603050405020304" pitchFamily="18" charset="0"/>
              </a:rPr>
              <a:t>Segment 1 </a:t>
            </a:r>
            <a:r>
              <a:rPr lang="de-DE" sz="4800">
                <a:solidFill>
                  <a:schemeClr val="bg1"/>
                </a:solidFill>
                <a:cs typeface="Times New Roman" panose="02020603050405020304" pitchFamily="18" charset="0"/>
              </a:rPr>
              <a:t>- </a:t>
            </a:r>
            <a:r>
              <a:rPr lang="de-DE">
                <a:solidFill>
                  <a:schemeClr val="bg1"/>
                </a:solidFill>
                <a:cs typeface="Times New Roman" panose="02020603050405020304" pitchFamily="18" charset="0"/>
              </a:rPr>
              <a:t>Die aufsteigenden Hybriden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E150B4-4A58-6CE9-62E3-93594C12A255}"/>
              </a:ext>
            </a:extLst>
          </p:cNvPr>
          <p:cNvSpPr txBox="1"/>
          <p:nvPr/>
        </p:nvSpPr>
        <p:spPr>
          <a:xfrm>
            <a:off x="533792" y="775045"/>
            <a:ext cx="6357565" cy="7315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AT" b="1" noProof="0" dirty="0">
                <a:solidFill>
                  <a:schemeClr val="accent1"/>
                </a:solidFill>
              </a:rPr>
              <a:t>Preisbewusst und sicherheitsorientiert, sehr digital </a:t>
            </a:r>
          </a:p>
        </p:txBody>
      </p:sp>
    </p:spTree>
    <p:extLst>
      <p:ext uri="{BB962C8B-B14F-4D97-AF65-F5344CB8AC3E}">
        <p14:creationId xmlns:p14="http://schemas.microsoft.com/office/powerpoint/2010/main" val="920388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8797D-CB3D-7194-06B2-CA3556FB5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3776D854-688F-3808-EBF5-698C8375BD0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76D854-688F-3808-EBF5-698C8375B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57337BF-2B98-A86E-162D-A973D62B754E}"/>
              </a:ext>
            </a:extLst>
          </p:cNvPr>
          <p:cNvGraphicFramePr>
            <a:graphicFrameLocks noGrp="1"/>
          </p:cNvGraphicFramePr>
          <p:nvPr/>
        </p:nvGraphicFramePr>
        <p:xfrm>
          <a:off x="582168" y="1208262"/>
          <a:ext cx="4703416" cy="4578904"/>
        </p:xfrm>
        <a:graphic>
          <a:graphicData uri="http://schemas.openxmlformats.org/drawingml/2006/table">
            <a:tbl>
              <a:tblPr/>
              <a:tblGrid>
                <a:gridCol w="4703416">
                  <a:extLst>
                    <a:ext uri="{9D8B030D-6E8A-4147-A177-3AD203B41FA5}">
                      <a16:colId xmlns:a16="http://schemas.microsoft.com/office/drawing/2014/main" val="3256136474"/>
                    </a:ext>
                  </a:extLst>
                </a:gridCol>
              </a:tblGrid>
              <a:tr h="4292441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Name: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Franz Huber</a:t>
                      </a:r>
                      <a:b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Alter: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40 Jahre</a:t>
                      </a:r>
                      <a:b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Wohnort: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Wien / stark urban</a:t>
                      </a:r>
                      <a:b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Lebensphase: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Berufstätig, häufig Single oder in Partnerschaft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💼 Beruf &amp; Einkommen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Angestellte in einem dienstleistungsnahen Beruf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Durchschnittliches Einkommen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Lebt meist in urbanem Umfeld mit hoher digitaler Durchdringung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🧠 Verhalten &amp; Einstellungen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Digital-first: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erledigt möglichst alles selbst online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Sehr 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selbstständig &amp; informationsgetrieben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Nutzt aktiv 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Vergleichsplattformen und Webseiten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Geringe Bindung an Berater – oft kein fixer Ansprechpartner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Versicherungen werden pragmatisch betrachtet („Produkt wie jedes andere“)</a:t>
                      </a:r>
                      <a:b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</a:b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🎯 Bedürfnisse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Einfache, schnelle digitale Prozesse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(von Recherche bis Abschluss)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Klare, transparente Produktinformationen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Gutes Preis-Leistungs-Verhältnis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(inkl. Preissensibilität)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Möglichkeit, alles 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selbst zu managen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(Self-Service)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Digitale Tools wie 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Apps &amp; Kundenportale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37743" marR="37743" marT="18871" marB="188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60750"/>
                  </a:ext>
                </a:extLst>
              </a:tr>
              <a:tr h="150971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 marL="37743" marR="37743" marT="18871" marB="18871"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4613908"/>
                  </a:ext>
                </a:extLst>
              </a:tr>
            </a:tbl>
          </a:graphicData>
        </a:graphic>
      </p:graphicFrame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A94B17B-1FA5-E343-F2D3-FE1C62105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28.05.2026</a:t>
            </a:fld>
            <a:endParaRPr lang="de-AT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5194B1-CE86-DAC6-D8FC-BBA0249EB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3759" y="5941058"/>
            <a:ext cx="588191" cy="219454"/>
          </a:xfrm>
        </p:spPr>
        <p:txBody>
          <a:bodyPr/>
          <a:lstStyle/>
          <a:p>
            <a:fld id="{00A52981-3CA4-4342-A3CD-6DEDCD14014C}" type="slidenum">
              <a:rPr lang="de-AT" noProof="0" smtClean="0"/>
              <a:pPr/>
              <a:t>2</a:t>
            </a:fld>
            <a:endParaRPr lang="de-AT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6FA47F-A4B6-D81E-F2DD-175953935CE4}"/>
              </a:ext>
            </a:extLst>
          </p:cNvPr>
          <p:cNvSpPr txBox="1"/>
          <p:nvPr/>
        </p:nvSpPr>
        <p:spPr>
          <a:xfrm>
            <a:off x="582168" y="778494"/>
            <a:ext cx="6357565" cy="4297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AT" b="1" noProof="0" dirty="0">
                <a:solidFill>
                  <a:srgbClr val="F2610D"/>
                </a:solidFill>
              </a:rPr>
              <a:t>Digital native, effizienzorientiert </a:t>
            </a:r>
          </a:p>
        </p:txBody>
      </p:sp>
      <p:pic>
        <p:nvPicPr>
          <p:cNvPr id="5" name="Picture 4" descr="A collage of two people using a computer&#10;&#10;AI-generated content may be incorrect.">
            <a:extLst>
              <a:ext uri="{FF2B5EF4-FFF2-40B4-BE49-F238E27FC236}">
                <a16:creationId xmlns:a16="http://schemas.microsoft.com/office/drawing/2014/main" id="{B5B30C38-71AC-6DF3-76B6-002A3165A11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63700" y="2331618"/>
            <a:ext cx="2323794" cy="3158926"/>
          </a:xfrm>
          <a:prstGeom prst="rect">
            <a:avLst/>
          </a:prstGeom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983C1F21-2891-D277-D5C1-4D505AEB7502}"/>
              </a:ext>
            </a:extLst>
          </p:cNvPr>
          <p:cNvSpPr txBox="1">
            <a:spLocks/>
          </p:cNvSpPr>
          <p:nvPr/>
        </p:nvSpPr>
        <p:spPr>
          <a:xfrm>
            <a:off x="-1" y="6212921"/>
            <a:ext cx="12192001" cy="645079"/>
          </a:xfrm>
          <a:prstGeom prst="rect">
            <a:avLst/>
          </a:prstGeom>
          <a:solidFill>
            <a:srgbClr val="F2610D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>
                <a:cs typeface="Times New Roman" panose="02020603050405020304" pitchFamily="18" charset="0"/>
              </a:rPr>
              <a:t>Segment 2 </a:t>
            </a:r>
            <a:r>
              <a:rPr lang="de-DE" sz="4800">
                <a:cs typeface="Times New Roman" panose="02020603050405020304" pitchFamily="18" charset="0"/>
              </a:rPr>
              <a:t>- </a:t>
            </a:r>
            <a:r>
              <a:rPr lang="de-DE">
                <a:cs typeface="Times New Roman" panose="02020603050405020304" pitchFamily="18" charset="0"/>
              </a:rPr>
              <a:t>Die Online Affinen</a:t>
            </a:r>
            <a:endParaRPr lang="de-DE" dirty="0">
              <a:highlight>
                <a:srgbClr val="FF00FF"/>
              </a:highlight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0629406-CDA4-D0BC-6CFA-863322CB7EA8}"/>
              </a:ext>
            </a:extLst>
          </p:cNvPr>
          <p:cNvGraphicFramePr>
            <a:graphicFrameLocks noGrp="1"/>
          </p:cNvGraphicFramePr>
          <p:nvPr/>
        </p:nvGraphicFramePr>
        <p:xfrm>
          <a:off x="4139184" y="1743305"/>
          <a:ext cx="4703416" cy="4452103"/>
        </p:xfrm>
        <a:graphic>
          <a:graphicData uri="http://schemas.openxmlformats.org/drawingml/2006/table">
            <a:tbl>
              <a:tblPr/>
              <a:tblGrid>
                <a:gridCol w="4703416">
                  <a:extLst>
                    <a:ext uri="{9D8B030D-6E8A-4147-A177-3AD203B41FA5}">
                      <a16:colId xmlns:a16="http://schemas.microsoft.com/office/drawing/2014/main" val="3256136474"/>
                    </a:ext>
                  </a:extLst>
                </a:gridCol>
              </a:tblGrid>
              <a:tr h="4292441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😣 Pain Points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Komplexe und schwer verständliche Angebote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Intransparente Preise oder Bedingungen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Medienbrüche (z. B. Wechsel von online zu offline nötig)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Abhängigkeit von Beratern / lange Prozesse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📊 Versicherungsverhalten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Geringere Produktdichte (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Ø ~3,8 Versicherungen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Hohe Online-Abschlussquote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Vergleicht systematisch mehrere Anbieter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Wechselbereiter als andere Segmente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Entscheidungsprozesse schnell und eigenständig</a:t>
                      </a:r>
                      <a:b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</a:b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📱 Bevorzugte Kanäle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Vergleichsplattformen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(sehr wichtig)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Webseiten von Versicherern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Google / Online-Suche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Kundenportale &amp; Apps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Kaum persönliche Beratung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💬 Typisches Zitat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„Ich will alles online erledigen können – schnell, einfach und transparent.“</a:t>
                      </a:r>
                    </a:p>
                  </a:txBody>
                  <a:tcPr marL="37743" marR="37743" marT="18871" marB="188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60750"/>
                  </a:ext>
                </a:extLst>
              </a:tr>
              <a:tr h="150971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 marL="37743" marR="37743" marT="18871" marB="18871"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4613908"/>
                  </a:ext>
                </a:extLst>
              </a:tr>
            </a:tbl>
          </a:graphicData>
        </a:graphic>
      </p:graphicFrame>
      <p:pic>
        <p:nvPicPr>
          <p:cNvPr id="13" name="Picture 12" descr="A collage of a person holding a phone and a computer&#10;&#10;AI-generated content may be incorrect.">
            <a:extLst>
              <a:ext uri="{FF2B5EF4-FFF2-40B4-BE49-F238E27FC236}">
                <a16:creationId xmlns:a16="http://schemas.microsoft.com/office/drawing/2014/main" id="{F31E2F2F-3C29-84AD-FB4E-BAA9482DE97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94776" y="444793"/>
            <a:ext cx="2195265" cy="298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370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C9C3F-0B76-7371-5A91-572804440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2AA1ED9-97A8-6E19-C65D-A699FADAF2B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2AA1ED9-97A8-6E19-C65D-A699FADAF2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1D3D79-B89B-6D1E-5E40-3EDE17EC3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28.05.2026</a:t>
            </a:fld>
            <a:endParaRPr lang="de-AT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F280AE-E218-071F-0A45-3EBB9FED0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3759" y="5941058"/>
            <a:ext cx="588191" cy="219454"/>
          </a:xfrm>
        </p:spPr>
        <p:txBody>
          <a:bodyPr/>
          <a:lstStyle/>
          <a:p>
            <a:fld id="{00A52981-3CA4-4342-A3CD-6DEDCD14014C}" type="slidenum">
              <a:rPr lang="de-AT" noProof="0" smtClean="0"/>
              <a:pPr/>
              <a:t>3</a:t>
            </a:fld>
            <a:endParaRPr lang="de-AT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CC0DD5-603F-3560-7EF0-E6080F399437}"/>
              </a:ext>
            </a:extLst>
          </p:cNvPr>
          <p:cNvSpPr txBox="1"/>
          <p:nvPr/>
        </p:nvSpPr>
        <p:spPr>
          <a:xfrm>
            <a:off x="512737" y="833358"/>
            <a:ext cx="6357565" cy="7315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AT" b="1" noProof="0" dirty="0">
                <a:solidFill>
                  <a:srgbClr val="FF9E66"/>
                </a:solidFill>
              </a:rPr>
              <a:t>Betreuerskeptiker, unerfahren, digital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65B1A872-0ED0-2C88-3E5A-0B4AD6FCFD3B}"/>
              </a:ext>
            </a:extLst>
          </p:cNvPr>
          <p:cNvSpPr txBox="1">
            <a:spLocks/>
          </p:cNvSpPr>
          <p:nvPr/>
        </p:nvSpPr>
        <p:spPr>
          <a:xfrm>
            <a:off x="0" y="6212921"/>
            <a:ext cx="12192001" cy="645079"/>
          </a:xfrm>
          <a:prstGeom prst="rect">
            <a:avLst/>
          </a:prstGeom>
          <a:solidFill>
            <a:srgbClr val="FF9E66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>
                <a:solidFill>
                  <a:schemeClr val="bg1"/>
                </a:solidFill>
                <a:cs typeface="Times New Roman" panose="02020603050405020304" pitchFamily="18" charset="0"/>
              </a:rPr>
              <a:t>Segment 3 </a:t>
            </a:r>
            <a:r>
              <a:rPr lang="de-DE" sz="4800">
                <a:solidFill>
                  <a:schemeClr val="bg1"/>
                </a:solidFill>
                <a:cs typeface="Times New Roman" panose="02020603050405020304" pitchFamily="18" charset="0"/>
              </a:rPr>
              <a:t>- </a:t>
            </a:r>
            <a:r>
              <a:rPr lang="de-DE">
                <a:solidFill>
                  <a:schemeClr val="bg1"/>
                </a:solidFill>
                <a:cs typeface="Times New Roman" panose="02020603050405020304" pitchFamily="18" charset="0"/>
              </a:rPr>
              <a:t>Die Kundenservice Affinen</a:t>
            </a:r>
            <a:endParaRPr lang="de-DE" dirty="0">
              <a:solidFill>
                <a:schemeClr val="bg1"/>
              </a:solidFill>
              <a:highlight>
                <a:srgbClr val="FF00FF"/>
              </a:highlight>
              <a:cs typeface="Times New Roman" panose="02020603050405020304" pitchFamily="18" charset="0"/>
            </a:endParaRPr>
          </a:p>
        </p:txBody>
      </p:sp>
      <p:pic>
        <p:nvPicPr>
          <p:cNvPr id="15" name="Picture 14" descr="A person working on a computer&#10;&#10;AI-generated content may be incorrect.">
            <a:extLst>
              <a:ext uri="{FF2B5EF4-FFF2-40B4-BE49-F238E27FC236}">
                <a16:creationId xmlns:a16="http://schemas.microsoft.com/office/drawing/2014/main" id="{0B98F9A8-BD26-F764-DAD5-EC97ED557C2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761487" y="2082626"/>
            <a:ext cx="2420741" cy="3289561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294113D-9162-29FE-01C5-3A1B7A413B00}"/>
              </a:ext>
            </a:extLst>
          </p:cNvPr>
          <p:cNvGraphicFramePr>
            <a:graphicFrameLocks noGrp="1"/>
          </p:cNvGraphicFramePr>
          <p:nvPr/>
        </p:nvGraphicFramePr>
        <p:xfrm>
          <a:off x="487790" y="1287109"/>
          <a:ext cx="4788147" cy="4580264"/>
        </p:xfrm>
        <a:graphic>
          <a:graphicData uri="http://schemas.openxmlformats.org/drawingml/2006/table">
            <a:tbl>
              <a:tblPr/>
              <a:tblGrid>
                <a:gridCol w="4788147">
                  <a:extLst>
                    <a:ext uri="{9D8B030D-6E8A-4147-A177-3AD203B41FA5}">
                      <a16:colId xmlns:a16="http://schemas.microsoft.com/office/drawing/2014/main" val="194726406"/>
                    </a:ext>
                  </a:extLst>
                </a:gridCol>
              </a:tblGrid>
              <a:tr h="4289721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Name: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Peter Wagner</a:t>
                      </a:r>
                      <a:b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Alter: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35 Jahre</a:t>
                      </a:r>
                      <a:b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Wohnort: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Mischung aus Stadt &amp; ländlichem Umfeld</a:t>
                      </a:r>
                      <a:b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Lebensphase: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Berufstätig, häufig in stabiler Partnerschaft, teilweise Familie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💼 Beruf &amp; Einkommen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Angestellter in einem eher operativen / serviceorientierten Beruf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Unterdurchschnittliches bis durchschnittliches Einkommen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Finanzielle Spielräume sind begrenzt → bewusste Ausgabenentscheidungen</a:t>
                      </a:r>
                      <a:b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</a:b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🧠 Verhalten &amp; Einstellungen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Service-orientiert: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möchte Dinge nicht selbst managen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Bevorzugt 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einfache Lösungen und klare Unterstützung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Eher wenig Interesse, sich aktiv mit Versicherungen auseinanderzusetzen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Skepsis gegenüber Beratern, aber gleichzeitig Bedürfnis nach Hilfe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Versicherungen werden als notwendiges Thema gesehen, nicht als Interesse</a:t>
                      </a:r>
                      <a:b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</a:b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🎯 Bedürfnisse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Einfache, verständliche Produkte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Klare </a:t>
                      </a:r>
                      <a:r>
                        <a:rPr lang="de-DE" sz="800" b="0" i="0" dirty="0" err="1">
                          <a:effectLst/>
                          <a:latin typeface="Segoe UI" panose="020B0502040204020203" pitchFamily="34" charset="0"/>
                        </a:rPr>
                        <a:t>Guidance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 durch 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Kundenservice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Unterstützung bei allen Schritten (Beratung, Abschluss, Änderungen)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Gutes Preis-Leistungs-Verhältnis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Sicherheit, dass „alles geregelt ist“, ohne großen eigenen Aufwand</a:t>
                      </a:r>
                    </a:p>
                  </a:txBody>
                  <a:tcPr marL="38423" marR="38423" marT="19211" marB="1921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818482"/>
                  </a:ext>
                </a:extLst>
              </a:tr>
              <a:tr h="153690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 marL="38423" marR="38423" marT="19211" marB="19211"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2341372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3124080-E88F-60AF-7354-5B2CA0AF615B}"/>
              </a:ext>
            </a:extLst>
          </p:cNvPr>
          <p:cNvGraphicFramePr>
            <a:graphicFrameLocks noGrp="1"/>
          </p:cNvGraphicFramePr>
          <p:nvPr/>
        </p:nvGraphicFramePr>
        <p:xfrm>
          <a:off x="4243063" y="1790243"/>
          <a:ext cx="4788147" cy="4450063"/>
        </p:xfrm>
        <a:graphic>
          <a:graphicData uri="http://schemas.openxmlformats.org/drawingml/2006/table">
            <a:tbl>
              <a:tblPr/>
              <a:tblGrid>
                <a:gridCol w="4788147">
                  <a:extLst>
                    <a:ext uri="{9D8B030D-6E8A-4147-A177-3AD203B41FA5}">
                      <a16:colId xmlns:a16="http://schemas.microsoft.com/office/drawing/2014/main" val="194726406"/>
                    </a:ext>
                  </a:extLst>
                </a:gridCol>
              </a:tblGrid>
              <a:tr h="4289721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😣 Pain Points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Zu komplexe Produkte oder unklare Informationen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Zu viele Entscheidungen, die selbst getroffen werden müssen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Unsicherheit („habe ich alles richtig gemacht?“)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Negative Erfahrungen mit unpersönlichem Service oder schwer erreichbaren Ansprechpartnern</a:t>
                      </a:r>
                      <a:b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</a:b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📊 Versicherungsverhalten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Mittlere Produktdichte (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Ø ~3,5 Versicherungen</a:t>
                      </a: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Moderate Abschlussbereitschaft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Viele Prozesse werden über </a:t>
                      </a: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Kundenservice abgewickelt (~60%)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Geringe Eigeninitiative in der Customer Journey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Preisbewusstsein vorhanden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📱 Bevorzugte Kanäle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Kundenservice (Telefon, E-Mail, Messenger)</a:t>
                      </a: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Persönliche Unterstützung bei Bedarf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Weniger Nutzung von digitalen Self-Service-Angeboten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Kaum Nutzung von Vergleichsplattformen</a:t>
                      </a:r>
                      <a:b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</a:br>
                      <a:endParaRPr lang="de-DE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1" i="0" dirty="0">
                          <a:effectLst/>
                          <a:latin typeface="Segoe UI" panose="020B0502040204020203" pitchFamily="34" charset="0"/>
                        </a:rPr>
                        <a:t>💬 Typisches Zitat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de-DE" sz="800" b="0" i="0" dirty="0">
                          <a:effectLst/>
                          <a:latin typeface="Segoe UI" panose="020B0502040204020203" pitchFamily="34" charset="0"/>
                        </a:rPr>
                        <a:t>„Ich will mich darum nicht kümmern – sagen Sie mir einfach, was ich brauche.“</a:t>
                      </a:r>
                    </a:p>
                  </a:txBody>
                  <a:tcPr marL="38423" marR="38423" marT="19211" marB="1921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818482"/>
                  </a:ext>
                </a:extLst>
              </a:tr>
              <a:tr h="153690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 marL="38423" marR="38423" marT="19211" marB="19211"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23413723"/>
                  </a:ext>
                </a:extLst>
              </a:tr>
            </a:tbl>
          </a:graphicData>
        </a:graphic>
      </p:graphicFrame>
      <p:pic>
        <p:nvPicPr>
          <p:cNvPr id="14" name="Picture 13" descr="A person and person talking on the phone&#10;&#10;AI-generated content may be incorrect.">
            <a:extLst>
              <a:ext uri="{FF2B5EF4-FFF2-40B4-BE49-F238E27FC236}">
                <a16:creationId xmlns:a16="http://schemas.microsoft.com/office/drawing/2014/main" id="{9DAAF699-EB53-D85D-A63C-040EA8525A3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00287" y="26335"/>
            <a:ext cx="2441864" cy="340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6968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LANGUAGE_ID" val="3079"/>
  <p:tag name="SELECTEDLANGUAGE" val="German Austria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UNIQA Folienmaster 2025">
  <a:themeElements>
    <a:clrScheme name="Benutzerdefiniert 84">
      <a:dk1>
        <a:srgbClr val="005BA8"/>
      </a:dk1>
      <a:lt1>
        <a:srgbClr val="FFFFFF"/>
      </a:lt1>
      <a:dk2>
        <a:srgbClr val="005CA9"/>
      </a:dk2>
      <a:lt2>
        <a:srgbClr val="FEFFFF"/>
      </a:lt2>
      <a:accent1>
        <a:srgbClr val="71ADFF"/>
      </a:accent1>
      <a:accent2>
        <a:srgbClr val="A5C8FF"/>
      </a:accent2>
      <a:accent3>
        <a:srgbClr val="E8EFFF"/>
      </a:accent3>
      <a:accent4>
        <a:srgbClr val="E9EFF7"/>
      </a:accent4>
      <a:accent5>
        <a:srgbClr val="00A2DB"/>
      </a:accent5>
      <a:accent6>
        <a:srgbClr val="005BA8"/>
      </a:accent6>
      <a:hlink>
        <a:srgbClr val="005CA9"/>
      </a:hlink>
      <a:folHlink>
        <a:srgbClr val="005C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108000" tIns="108000" rIns="108000" bIns="108000" rtlCol="0" anchor="t" anchorCtr="0"/>
      <a:lstStyle>
        <a:defPPr algn="l">
          <a:spcAft>
            <a:spcPts val="10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83600" indent="-183600" algn="l">
          <a:buClr>
            <a:schemeClr val="tx2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custClrLst>
    <a:custClr name="Black">
      <a:srgbClr val="000000"/>
    </a:custClr>
    <a:custClr name="UNIQA Ble">
      <a:srgbClr val="005CA9"/>
    </a:custClr>
    <a:custClr name="UNIQA Blue shade 1">
      <a:srgbClr val="F7F9FF"/>
    </a:custClr>
    <a:custClr name="UNIQA Blue shade 2">
      <a:srgbClr val="E8EFFF"/>
    </a:custClr>
    <a:custClr name="UNIQA Blue shade 3">
      <a:srgbClr val="D4E3FF"/>
    </a:custClr>
    <a:custClr name="UNIQA Blue shade 4">
      <a:srgbClr val="A5C8FF"/>
    </a:custClr>
    <a:custClr name="UNIQA Blue shade 5">
      <a:srgbClr val="71ADFF"/>
    </a:custClr>
    <a:custClr name="UNIQA Blue shade 6">
      <a:srgbClr val="5492E3"/>
    </a:custClr>
    <a:custClr name="UNIQA Blue shade 7">
      <a:srgbClr val="3578C7"/>
    </a:custClr>
    <a:custClr name="UNIQA Blue shade 8">
      <a:srgbClr val="005399"/>
    </a:custClr>
    <a:custClr name="UNIQA Blue shade 9">
      <a:srgbClr val="004785"/>
    </a:custClr>
    <a:custClr name="UNIQA Blue shade 10">
      <a:srgbClr val="003C71"/>
    </a:custClr>
    <a:custClr name="UNIQA Blue shade 11">
      <a:srgbClr val="00315E"/>
    </a:custClr>
    <a:custClr name="UNIQA Blue shade 12">
      <a:srgbClr val="00264C"/>
    </a:custClr>
    <a:custClr name="UNIQA Blue shade 13">
      <a:srgbClr val="001C3A"/>
    </a:custClr>
    <a:custClr name="UNIQA Blue shade 14">
      <a:srgbClr val="001128"/>
    </a:custClr>
    <a:custClr name="Orange">
      <a:srgbClr val="CD4B16"/>
    </a:custClr>
    <a:custClr name="Orange shade 1">
      <a:srgbClr val="FFEFE5"/>
    </a:custClr>
    <a:custClr name="Orange shade 2">
      <a:srgbClr val="FFD8C2"/>
    </a:custClr>
    <a:custClr name="Orange shade 3">
      <a:srgbClr val="FFC8A8"/>
    </a:custClr>
    <a:custClr name="Orange shade 4">
      <a:srgbClr val="FFB285"/>
    </a:custClr>
    <a:custClr name="Orange shade 5">
      <a:srgbClr val="FF9E66"/>
    </a:custClr>
    <a:custClr name="Orange shade 6">
      <a:srgbClr val="FF7E33"/>
    </a:custClr>
    <a:custClr name="Orange shade 7">
      <a:srgbClr val="F2610D"/>
    </a:custClr>
    <a:custClr name="Magenta ">
      <a:srgbClr val="DC0073"/>
    </a:custClr>
    <a:custClr name="Magenta shade 1">
      <a:srgbClr val="FFEBF5"/>
    </a:custClr>
    <a:custClr name="Magenta shade 2">
      <a:srgbClr val="FBBBDD"/>
    </a:custClr>
    <a:custClr name="Magenta shade 3">
      <a:srgbClr val="F98BC4"/>
    </a:custClr>
    <a:custClr name="Magenta shade 4">
      <a:srgbClr val="F65AAC"/>
    </a:custClr>
    <a:custClr name="Magenta shade 5">
      <a:srgbClr val="EA3E98"/>
    </a:custClr>
    <a:custClr name="Magenta shade 6">
      <a:srgbClr val="B2005D"/>
    </a:custClr>
    <a:custClr name="Magenta shade 7">
      <a:srgbClr val="990050"/>
    </a:custClr>
    <a:custClr name="Magenta shade 8">
      <a:srgbClr val="660035"/>
    </a:custClr>
  </a:custClrLst>
  <a:extLst>
    <a:ext uri="{05A4C25C-085E-4340-85A3-A5531E510DB2}">
      <thm15:themeFamily xmlns:thm15="http://schemas.microsoft.com/office/thememl/2012/main" name="UQA_2025_PPT Template_DE.pptx" id="{3259E0DA-AA3C-41E3-992D-AA9AD988A26B}" vid="{DBBE9232-B67B-4E84-8051-8BB7CC42AF6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53E82BF295F544B92A4FDEE678ED9DB" ma:contentTypeVersion="27" ma:contentTypeDescription="Ein neues Dokument erstellen." ma:contentTypeScope="" ma:versionID="346f69cc0b53b22ae40f35f7d03472e1">
  <xsd:schema xmlns:xsd="http://www.w3.org/2001/XMLSchema" xmlns:xs="http://www.w3.org/2001/XMLSchema" xmlns:p="http://schemas.microsoft.com/office/2006/metadata/properties" xmlns:ns2="7dc0d88c-8279-4eca-9077-fc5029645c8f" xmlns:ns3="20068199-af2c-4f7e-a8ff-aee5feb09649" targetNamespace="http://schemas.microsoft.com/office/2006/metadata/properties" ma:root="true" ma:fieldsID="c3d6a5e0d56bd7db49942f3af23c9d4f" ns2:_="" ns3:_="">
    <xsd:import namespace="7dc0d88c-8279-4eca-9077-fc5029645c8f"/>
    <xsd:import namespace="20068199-af2c-4f7e-a8ff-aee5feb096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Link" minOccurs="0"/>
                <xsd:element ref="ns2:MediaServiceObjectDetectorVersions" minOccurs="0"/>
                <xsd:element ref="ns2:MediaServiceSearchProperties" minOccurs="0"/>
                <xsd:element ref="ns2:Owner" minOccurs="0"/>
                <xsd:element ref="ns2:Owner2" minOccurs="0"/>
                <xsd:element ref="ns2:Year" minOccurs="0"/>
                <xsd:element ref="ns2:Topic2" minOccurs="0"/>
                <xsd:element ref="ns2:Langu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0d88c-8279-4eca-9077-fc5029645c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c467b20d-6774-4c0f-8f22-e8af4b104a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Link" ma:index="24" nillable="true" ma:displayName="Link" ma:format="Hyper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wner" ma:index="27" nillable="true" ma:displayName="Owner" ma:format="Dropdown" ma:list="UserInfo" ma:SharePointGroup="0" ma:internalName="Owner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Owner2" ma:index="28" nillable="true" ma:displayName="Country" ma:format="Dropdown" ma:internalName="Owner2">
      <xsd:simpleType>
        <xsd:restriction base="dms:Text">
          <xsd:maxLength value="255"/>
        </xsd:restriction>
      </xsd:simpleType>
    </xsd:element>
    <xsd:element name="Year" ma:index="29" nillable="true" ma:displayName="Year" ma:format="Dropdown" ma:internalName="Year">
      <xsd:simpleType>
        <xsd:restriction base="dms:Text">
          <xsd:maxLength value="255"/>
        </xsd:restriction>
      </xsd:simpleType>
    </xsd:element>
    <xsd:element name="Topic2" ma:index="30" nillable="true" ma:displayName="Topic" ma:format="Dropdown" ma:internalName="Topic2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JTBD"/>
                    <xsd:enumeration value="Advisor"/>
                    <xsd:enumeration value="Sales"/>
                    <xsd:enumeration value="Online Sales"/>
                    <xsd:enumeration value="Self-Service"/>
                    <xsd:enumeration value="Auswahl 6"/>
                  </xsd:restriction>
                </xsd:simpleType>
              </xsd:element>
            </xsd:sequence>
          </xsd:extension>
        </xsd:complexContent>
      </xsd:complexType>
    </xsd:element>
    <xsd:element name="Language" ma:index="31" nillable="true" ma:displayName="Language" ma:format="Dropdown" ma:internalName="Languag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068199-af2c-4f7e-a8ff-aee5feb09649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021d1b1-957f-4b59-adc5-81c9f0c595d9}" ma:internalName="TaxCatchAll" ma:showField="CatchAllData" ma:web="20068199-af2c-4f7e-a8ff-aee5feb096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dc0d88c-8279-4eca-9077-fc5029645c8f">
      <Terms xmlns="http://schemas.microsoft.com/office/infopath/2007/PartnerControls"/>
    </lcf76f155ced4ddcb4097134ff3c332f>
    <TaxCatchAll xmlns="20068199-af2c-4f7e-a8ff-aee5feb09649" xsi:nil="true"/>
    <Year xmlns="7dc0d88c-8279-4eca-9077-fc5029645c8f" xsi:nil="true"/>
    <Language xmlns="7dc0d88c-8279-4eca-9077-fc5029645c8f" xsi:nil="true"/>
    <Owner2 xmlns="7dc0d88c-8279-4eca-9077-fc5029645c8f" xsi:nil="true"/>
    <Owner xmlns="7dc0d88c-8279-4eca-9077-fc5029645c8f">
      <UserInfo>
        <DisplayName/>
        <AccountId xsi:nil="true"/>
        <AccountType/>
      </UserInfo>
    </Owner>
    <Topic2 xmlns="7dc0d88c-8279-4eca-9077-fc5029645c8f" xsi:nil="true"/>
    <Link xmlns="7dc0d88c-8279-4eca-9077-fc5029645c8f">
      <Url xsi:nil="true"/>
      <Description xsi:nil="true"/>
    </Link>
  </documentManagement>
</p:properties>
</file>

<file path=customXml/itemProps1.xml><?xml version="1.0" encoding="utf-8"?>
<ds:datastoreItem xmlns:ds="http://schemas.openxmlformats.org/officeDocument/2006/customXml" ds:itemID="{1996105F-4D20-44FC-BD51-8EBAD52257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c0d88c-8279-4eca-9077-fc5029645c8f"/>
    <ds:schemaRef ds:uri="20068199-af2c-4f7e-a8ff-aee5feb096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7DA25BF-CE66-401E-8FF6-548296B606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AD6263-FFDE-4E73-8058-40656BE3C9D2}">
  <ds:schemaRefs>
    <ds:schemaRef ds:uri="7dc0d88c-8279-4eca-9077-fc5029645c8f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20068199-af2c-4f7e-a8ff-aee5feb09649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9b345a9e-3537-4ac3-a0ea-e5ab4fe760bd}" enabled="1" method="Privileged" siteId="{bd9f112b-82b0-45f6-b02e-1175bb945e3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UQA_2025_PPT Template_DE</Template>
  <TotalTime>0</TotalTime>
  <Words>767</Words>
  <Application>Microsoft Office PowerPoint</Application>
  <PresentationFormat>Widescreen</PresentationFormat>
  <Paragraphs>132</Paragraphs>
  <Slides>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Segoe UI</vt:lpstr>
      <vt:lpstr>Times New Roman</vt:lpstr>
      <vt:lpstr>UNIQA Folienmaster 2025</vt:lpstr>
      <vt:lpstr>think-cell Slide</vt:lpstr>
      <vt:lpstr>think-cell Folie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Sorina Stratula</dc:creator>
  <cp:lastModifiedBy>Sorina Stratula</cp:lastModifiedBy>
  <cp:revision>3</cp:revision>
  <dcterms:created xsi:type="dcterms:W3CDTF">2025-12-01T13:58:55Z</dcterms:created>
  <dcterms:modified xsi:type="dcterms:W3CDTF">2026-05-28T09:54:39Z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0x010100D53E82BF295F544B92A4FDEE678ED9DB</vt:lpwstr>
  </property>
  <property fmtid="{D5CDD505-2E9C-101B-9397-08002B2CF9AE}" pid="3" name="MediaServiceImageTags">
    <vt:lpwstr/>
  </property>
</Properties>
</file>