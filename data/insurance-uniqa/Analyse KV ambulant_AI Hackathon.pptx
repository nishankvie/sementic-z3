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5" r:id="rId4"/>
  </p:sldMasterIdLst>
  <p:notesMasterIdLst>
    <p:notesMasterId r:id="rId9"/>
  </p:notesMasterIdLst>
  <p:handoutMasterIdLst>
    <p:handoutMasterId r:id="rId10"/>
  </p:handoutMasterIdLst>
  <p:sldIdLst>
    <p:sldId id="2147483636" r:id="rId5"/>
    <p:sldId id="2147483630" r:id="rId6"/>
    <p:sldId id="2147483634" r:id="rId7"/>
    <p:sldId id="2147483628" r:id="rId8"/>
  </p:sldIdLst>
  <p:sldSz cx="12192000" cy="6858000"/>
  <p:notesSz cx="6858000" cy="9144000"/>
  <p:custDataLst>
    <p:tags r:id="rId1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64C"/>
    <a:srgbClr val="F5A623"/>
    <a:srgbClr val="D3DAF0"/>
    <a:srgbClr val="DEE5F3"/>
    <a:srgbClr val="F7D807"/>
    <a:srgbClr val="E8EFFF"/>
    <a:srgbClr val="5E92C5"/>
    <a:srgbClr val="5B92C5"/>
    <a:srgbClr val="6796C7"/>
    <a:srgbClr val="639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438"/>
  </p:normalViewPr>
  <p:slideViewPr>
    <p:cSldViewPr snapToGrid="0">
      <p:cViewPr varScale="1">
        <p:scale>
          <a:sx n="104" d="100"/>
          <a:sy n="104" d="100"/>
        </p:scale>
        <p:origin x="8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798420D-4018-4262-95A2-99274DD550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6257238-49E0-400A-A411-31F210EBC8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C2F830-B0DB-46FC-86A3-B5C94899501D}" type="datetimeFigureOut">
              <a:rPr lang="de-AT" smtClean="0"/>
              <a:t>28.05.2026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5CE3B1-EA8A-48F6-A8E4-BE580BEE4B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8975F84-9E32-45C3-9D20-7424B9AC9F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6E52E6-9B81-46F0-941E-7228A8D5C1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636956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3EF3FD-4CB1-7B4C-BC52-3FB82BCF9752}" type="datetimeFigureOut">
              <a:rPr lang="de-AT" smtClean="0"/>
              <a:t>28.05.2026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E33D0-74F8-C740-82ED-4CC36B384B7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4292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C9F31-C34C-63B3-EEB7-262CA3BF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98965-0280-B0E8-8FEE-63E3B9FB2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46D4B-EE8C-88FF-EDC7-2B39C6AFC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D485B-01CF-098A-A468-C17C777FF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3266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486BD-7FEC-A8E9-4A64-F543DEEAD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BAE8C-62E9-5133-6462-B4EA59562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0217D6-4CD5-1120-6D8B-3A81A23FF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80F9A-7290-5B89-96B4-EB76D5097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0783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11" Type="http://schemas.openxmlformats.org/officeDocument/2006/relationships/image" Target="../media/image17.png"/><Relationship Id="rId5" Type="http://schemas.openxmlformats.org/officeDocument/2006/relationships/image" Target="../media/image25.sv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3.svg"/><Relationship Id="rId7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1.svg"/><Relationship Id="rId5" Type="http://schemas.openxmlformats.org/officeDocument/2006/relationships/image" Target="../media/image25.svg"/><Relationship Id="rId10" Type="http://schemas.openxmlformats.org/officeDocument/2006/relationships/image" Target="../media/image17.png"/><Relationship Id="rId4" Type="http://schemas.openxmlformats.org/officeDocument/2006/relationships/image" Target="../media/image24.png"/><Relationship Id="rId9" Type="http://schemas.openxmlformats.org/officeDocument/2006/relationships/image" Target="../media/image30.png"/></Relationships>
</file>

<file path=ppt/slideLayouts/_rels/slideLayout4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4.png"/></Relationships>
</file>

<file path=ppt/slideLayouts/_rels/slideLayout57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 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F7A46368-6AA3-2D65-B27F-1027119B2A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76" y="333375"/>
            <a:ext cx="2170050" cy="1091503"/>
          </a:xfrm>
          <a:prstGeom prst="rect">
            <a:avLst/>
          </a:prstGeom>
        </p:spPr>
      </p:pic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 dirty="0"/>
              <a:t>Title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/>
              <a:t>Add text</a:t>
            </a: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ED17B827-B2AA-7549-0910-6B786C39AB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2857" y="786296"/>
            <a:ext cx="2499093" cy="18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6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 dirty="0"/>
              <a:t>Title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/>
              <a:t>Add text</a:t>
            </a:r>
          </a:p>
        </p:txBody>
      </p:sp>
      <p:pic>
        <p:nvPicPr>
          <p:cNvPr id="2" name="Grafik 1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3B71F404-A718-541E-EA0D-81FAD74043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76" y="333375"/>
            <a:ext cx="2170050" cy="109150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18D2CDD-CE33-9C4B-EA78-507C1BC12A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4651" y="785229"/>
            <a:ext cx="2164400" cy="18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5823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 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 dirty="0"/>
              <a:t>Title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/>
              <a:t>Add text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1C9975E-B9E6-EA5D-363C-561E6EA89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2857" y="786296"/>
            <a:ext cx="2499093" cy="185118"/>
          </a:xfrm>
          <a:prstGeom prst="rect">
            <a:avLst/>
          </a:prstGeom>
        </p:spPr>
      </p:pic>
      <p:pic>
        <p:nvPicPr>
          <p:cNvPr id="6" name="Grafik 5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09016C2A-B668-1962-0FE8-ED4B03D3D8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76" y="333375"/>
            <a:ext cx="2170050" cy="109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888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 dirty="0"/>
              <a:t>Title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/>
              <a:t>Add text</a:t>
            </a:r>
          </a:p>
        </p:txBody>
      </p:sp>
      <p:pic>
        <p:nvPicPr>
          <p:cNvPr id="2" name="Grafik 1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DB6EE58A-48E4-025F-BD90-8C0222AE7D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76" y="333375"/>
            <a:ext cx="2170050" cy="109150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B0EA04A-EB07-5970-404A-1C6D8F0F47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4651" y="785229"/>
            <a:ext cx="2164400" cy="18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510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 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E6C689BF-E482-EE41-9AAD-256666DD751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096001" y="0"/>
            <a:ext cx="6096000" cy="68579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81652244-3BA9-68C1-717E-551648C33D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103967"/>
            <a:ext cx="5388783" cy="2492990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 dirty="0"/>
              <a:t>Title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4F2ACA68-D895-99BE-6004-A6004F1E4A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6" y="5974576"/>
            <a:ext cx="5388782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5D3F69B6-0002-1521-94D1-899BAB54D54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292857" y="786296"/>
            <a:ext cx="2499093" cy="185118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.</a:t>
            </a:r>
            <a:endParaRPr lang="en-US" noProof="0" dirty="0"/>
          </a:p>
        </p:txBody>
      </p:sp>
      <p:pic>
        <p:nvPicPr>
          <p:cNvPr id="2" name="Grafik 1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39131A36-7365-21E5-0349-2150B018E7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76" y="333375"/>
            <a:ext cx="2170050" cy="109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930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E6C689BF-E482-EE41-9AAD-256666DD751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096001" y="0"/>
            <a:ext cx="6096000" cy="68579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81652244-3BA9-68C1-717E-551648C33D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103967"/>
            <a:ext cx="5388783" cy="2492990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 dirty="0"/>
              <a:t>Title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4F2ACA68-D895-99BE-6004-A6004F1E4A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6" y="5974576"/>
            <a:ext cx="5388782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5D3F69B6-0002-1521-94D1-899BAB54D54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624651" y="785229"/>
            <a:ext cx="2164400" cy="186185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.</a:t>
            </a:r>
            <a:endParaRPr lang="en-US" noProof="0" dirty="0"/>
          </a:p>
        </p:txBody>
      </p:sp>
      <p:pic>
        <p:nvPicPr>
          <p:cNvPr id="2" name="Grafik 1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3CF2C39A-13EA-4730-AB2F-5B4847CE590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76" y="333375"/>
            <a:ext cx="2170050" cy="109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648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 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64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 dirty="0"/>
              <a:t>Title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5DE2A2-1352-F19A-43A3-BE2B7A3EA75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292857" y="786296"/>
            <a:ext cx="2499093" cy="185118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.</a:t>
            </a:r>
            <a:endParaRPr lang="en-US" noProof="0" dirty="0"/>
          </a:p>
        </p:txBody>
      </p:sp>
      <p:sp>
        <p:nvSpPr>
          <p:cNvPr id="4" name="Textplatzhalter 6">
            <a:extLst>
              <a:ext uri="{FF2B5EF4-FFF2-40B4-BE49-F238E27FC236}">
                <a16:creationId xmlns:a16="http://schemas.microsoft.com/office/drawing/2014/main" id="{A2A8B7C1-B8C3-2E27-9590-9FC0EAD045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6876" y="333375"/>
            <a:ext cx="2170052" cy="1091504"/>
          </a:xfr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2392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64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 dirty="0"/>
              <a:t>Title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0D368C3F-B71A-4AFE-5F30-35CA14B2E22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624651" y="785229"/>
            <a:ext cx="2164400" cy="186185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.</a:t>
            </a:r>
            <a:endParaRPr lang="en-US" noProof="0" dirty="0"/>
          </a:p>
        </p:txBody>
      </p:sp>
      <p:sp>
        <p:nvSpPr>
          <p:cNvPr id="4" name="Textplatzhalter 6">
            <a:extLst>
              <a:ext uri="{FF2B5EF4-FFF2-40B4-BE49-F238E27FC236}">
                <a16:creationId xmlns:a16="http://schemas.microsoft.com/office/drawing/2014/main" id="{E1E2BB4E-55B2-E3B9-B102-83991AE2E1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6876" y="333375"/>
            <a:ext cx="2170052" cy="1091504"/>
          </a:xfr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2567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gemeinsam besser leb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429F7A40-D5EA-55AB-F952-99DF79B8F0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875" y="6556875"/>
            <a:ext cx="588192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CBF93674-A1DF-C041-9015-68BDAFCCE66C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F31187EA-2973-C6A1-6FD2-A9DA6B3C7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010" y="6556875"/>
            <a:ext cx="6127477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52A069EC-9AC1-B424-CE74-26FA8BA58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3759" y="6556875"/>
            <a:ext cx="588191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F88123D-CBE3-D5ED-DCF7-9F6CEB62F9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3600" y="1339200"/>
            <a:ext cx="4024800" cy="41796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EDF00F4-79DF-A8EE-482B-0919861B64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6876" y="333375"/>
            <a:ext cx="2170052" cy="1091504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53957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5ACBF0"/>
          </p15:clr>
        </p15:guide>
        <p15:guide id="2" orient="horz" pos="3475">
          <p15:clr>
            <a:srgbClr val="5ACBF0"/>
          </p15:clr>
        </p15:guide>
        <p15:guide id="3" pos="2570">
          <p15:clr>
            <a:srgbClr val="5ACBF0"/>
          </p15:clr>
        </p15:guide>
        <p15:guide id="4" pos="5110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living better togeth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429F7A40-D5EA-55AB-F952-99DF79B8F0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875" y="6556875"/>
            <a:ext cx="588192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CBF93674-A1DF-C041-9015-68BDAFCCE66C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F31187EA-2973-C6A1-6FD2-A9DA6B3C7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010" y="6556875"/>
            <a:ext cx="6127477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52A069EC-9AC1-B424-CE74-26FA8BA58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3759" y="6556875"/>
            <a:ext cx="588191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pic>
        <p:nvPicPr>
          <p:cNvPr id="6" name="Bildplatzhalter 25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BEFE6A99-D67F-2FFE-A8CC-F7B92A92C4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t="-1660" r="92" b="-1660"/>
          <a:stretch/>
        </p:blipFill>
        <p:spPr>
          <a:xfrm>
            <a:off x="4083600" y="1339200"/>
            <a:ext cx="4024800" cy="4179600"/>
          </a:xfrm>
          <a:prstGeom prst="rect">
            <a:avLst/>
          </a:prstGeom>
        </p:spPr>
      </p:pic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D9412C4B-F421-2862-BA8C-6EE38C1356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3600" y="1339200"/>
            <a:ext cx="4024800" cy="4179600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CA1C8920-7E71-71E6-B02D-3BF79F60C4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6876" y="333375"/>
            <a:ext cx="2170052" cy="1091504"/>
          </a:xfr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1918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5ACBF0"/>
          </p15:clr>
        </p15:guide>
        <p15:guide id="2" orient="horz" pos="3475">
          <p15:clr>
            <a:srgbClr val="5ACBF0"/>
          </p15:clr>
        </p15:guide>
        <p15:guide id="3" pos="2570">
          <p15:clr>
            <a:srgbClr val="5ACBF0"/>
          </p15:clr>
        </p15:guide>
        <p15:guide id="4" pos="5110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meinsam besser leben 2 fixe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3B66-C98F-7345-A02C-1F772B030CC7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pic>
        <p:nvPicPr>
          <p:cNvPr id="9" name="Grafik 8" descr="Ein Bild, das Schrift, Text, Grafiken, Kreis enthält.&#10;&#10;KI-generierte Inhalte können fehlerhaft sein.">
            <a:extLst>
              <a:ext uri="{FF2B5EF4-FFF2-40B4-BE49-F238E27FC236}">
                <a16:creationId xmlns:a16="http://schemas.microsoft.com/office/drawing/2014/main" id="{FC13C760-9D5E-C53C-4CA9-00B10F0E57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" b="26"/>
          <a:stretch/>
        </p:blipFill>
        <p:spPr>
          <a:xfrm>
            <a:off x="4083600" y="1339200"/>
            <a:ext cx="4024800" cy="4179600"/>
          </a:xfrm>
          <a:prstGeom prst="rect">
            <a:avLst/>
          </a:prstGeom>
        </p:spPr>
      </p:pic>
      <p:pic>
        <p:nvPicPr>
          <p:cNvPr id="2" name="Grafik 1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99C73F4D-C9DA-2AA8-47F1-0CD39AF904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76" y="333375"/>
            <a:ext cx="2170050" cy="109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572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5ACBF0"/>
          </p15:clr>
        </p15:guide>
        <p15:guide id="2" orient="horz" pos="3475">
          <p15:clr>
            <a:srgbClr val="5ACBF0"/>
          </p15:clr>
        </p15:guide>
        <p15:guide id="3" pos="2570">
          <p15:clr>
            <a:srgbClr val="5ACBF0"/>
          </p15:clr>
        </p15:guide>
        <p15:guide id="4" pos="5110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ing better together 2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3B66-C98F-7345-A02C-1F772B030CC7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pic>
        <p:nvPicPr>
          <p:cNvPr id="7" name="Grafik 6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7E286401-FDD7-84F2-5928-1F318BE597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4" t="787" r="5055" b="2171"/>
          <a:stretch/>
        </p:blipFill>
        <p:spPr>
          <a:xfrm>
            <a:off x="4079874" y="1341438"/>
            <a:ext cx="4032251" cy="4175126"/>
          </a:xfrm>
          <a:prstGeom prst="rect">
            <a:avLst/>
          </a:prstGeom>
        </p:spPr>
      </p:pic>
      <p:pic>
        <p:nvPicPr>
          <p:cNvPr id="6" name="Grafik 5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0F707DB6-9CA7-CA9E-5D9C-E86B348D09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76" y="333375"/>
            <a:ext cx="2170050" cy="109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114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5ACBF0"/>
          </p15:clr>
        </p15:guide>
        <p15:guide id="2" orient="horz" pos="3475">
          <p15:clr>
            <a:srgbClr val="5ACBF0"/>
          </p15:clr>
        </p15:guide>
        <p15:guide id="3" pos="2570">
          <p15:clr>
            <a:srgbClr val="5ACBF0"/>
          </p15:clr>
        </p15:guide>
        <p15:guide id="4" pos="5110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4 item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5" y="951996"/>
            <a:ext cx="5197809" cy="505910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en-US" noProof="0" dirty="0"/>
              <a:t>Agenda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4AF5E9CE-C6C0-2FE0-AF3B-1BB86FD42B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951995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noProof="0"/>
              <a:t>1</a:t>
            </a:r>
            <a:endParaRPr lang="en-US" noProof="0" dirty="0"/>
          </a:p>
        </p:txBody>
      </p:sp>
      <p:sp>
        <p:nvSpPr>
          <p:cNvPr id="31" name="Textplatzhalter 26">
            <a:extLst>
              <a:ext uri="{FF2B5EF4-FFF2-40B4-BE49-F238E27FC236}">
                <a16:creationId xmlns:a16="http://schemas.microsoft.com/office/drawing/2014/main" id="{95DE74C7-EEF6-7F93-266F-476A210FA5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2314325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noProof="0"/>
              <a:t>2</a:t>
            </a:r>
            <a:endParaRPr lang="en-US" noProof="0" dirty="0"/>
          </a:p>
        </p:txBody>
      </p:sp>
      <p:sp>
        <p:nvSpPr>
          <p:cNvPr id="32" name="Textplatzhalter 26">
            <a:extLst>
              <a:ext uri="{FF2B5EF4-FFF2-40B4-BE49-F238E27FC236}">
                <a16:creationId xmlns:a16="http://schemas.microsoft.com/office/drawing/2014/main" id="{DAA80D19-9AC4-DBBD-2C7C-9DEB9DD0AB5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3676655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noProof="0"/>
              <a:t>3</a:t>
            </a:r>
            <a:endParaRPr lang="en-US" noProof="0" dirty="0"/>
          </a:p>
        </p:txBody>
      </p:sp>
      <p:sp>
        <p:nvSpPr>
          <p:cNvPr id="33" name="Textplatzhalter 26">
            <a:extLst>
              <a:ext uri="{FF2B5EF4-FFF2-40B4-BE49-F238E27FC236}">
                <a16:creationId xmlns:a16="http://schemas.microsoft.com/office/drawing/2014/main" id="{9E88F120-40FF-4AD1-58E6-E03E082F97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038984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noProof="0"/>
              <a:t>4</a:t>
            </a:r>
            <a:endParaRPr lang="en-US" noProof="0" dirty="0"/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90D9284E-E7C7-09CC-D097-9F1D43C151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76011" y="1423692"/>
            <a:ext cx="4915937" cy="786219"/>
          </a:xfrm>
        </p:spPr>
        <p:txBody>
          <a:bodyPr>
            <a:normAutofit/>
          </a:bodyPr>
          <a:lstStyle>
            <a:lvl1pPr marL="184150" indent="-184150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600"/>
            </a:lvl1pPr>
          </a:lstStyle>
          <a:p>
            <a:pPr lvl="0"/>
            <a:r>
              <a:rPr lang="en-US" noProof="0"/>
              <a:t>Subitem</a:t>
            </a:r>
            <a:endParaRPr lang="en-US" noProof="0" dirty="0"/>
          </a:p>
        </p:txBody>
      </p:sp>
      <p:sp>
        <p:nvSpPr>
          <p:cNvPr id="53" name="Textplatzhalter 51">
            <a:extLst>
              <a:ext uri="{FF2B5EF4-FFF2-40B4-BE49-F238E27FC236}">
                <a16:creationId xmlns:a16="http://schemas.microsoft.com/office/drawing/2014/main" id="{CF02CD1F-69C0-4AB7-599A-E03ED655E9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76011" y="2787017"/>
            <a:ext cx="4915937" cy="786219"/>
          </a:xfrm>
        </p:spPr>
        <p:txBody>
          <a:bodyPr>
            <a:normAutofit/>
          </a:bodyPr>
          <a:lstStyle>
            <a:lvl1pPr marL="184150" indent="-184150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600"/>
            </a:lvl1pPr>
          </a:lstStyle>
          <a:p>
            <a:pPr lvl="0"/>
            <a:r>
              <a:rPr lang="en-US" noProof="0"/>
              <a:t>Subitem</a:t>
            </a:r>
            <a:endParaRPr lang="en-US" noProof="0" dirty="0"/>
          </a:p>
        </p:txBody>
      </p:sp>
      <p:sp>
        <p:nvSpPr>
          <p:cNvPr id="54" name="Textplatzhalter 51">
            <a:extLst>
              <a:ext uri="{FF2B5EF4-FFF2-40B4-BE49-F238E27FC236}">
                <a16:creationId xmlns:a16="http://schemas.microsoft.com/office/drawing/2014/main" id="{ED320F84-C880-2B5B-DCCA-09CF03CD10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76011" y="4147120"/>
            <a:ext cx="4915937" cy="786219"/>
          </a:xfrm>
        </p:spPr>
        <p:txBody>
          <a:bodyPr>
            <a:normAutofit/>
          </a:bodyPr>
          <a:lstStyle>
            <a:lvl1pPr marL="184150" indent="-184150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600"/>
            </a:lvl1pPr>
          </a:lstStyle>
          <a:p>
            <a:pPr lvl="0"/>
            <a:r>
              <a:rPr lang="en-US" noProof="0"/>
              <a:t>Subitem</a:t>
            </a:r>
            <a:endParaRPr lang="en-US" noProof="0" dirty="0"/>
          </a:p>
        </p:txBody>
      </p:sp>
      <p:sp>
        <p:nvSpPr>
          <p:cNvPr id="55" name="Textplatzhalter 51">
            <a:extLst>
              <a:ext uri="{FF2B5EF4-FFF2-40B4-BE49-F238E27FC236}">
                <a16:creationId xmlns:a16="http://schemas.microsoft.com/office/drawing/2014/main" id="{917E45F7-2FAB-862E-819F-DAAD8D897EF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76011" y="5510446"/>
            <a:ext cx="4915937" cy="786219"/>
          </a:xfrm>
        </p:spPr>
        <p:txBody>
          <a:bodyPr>
            <a:normAutofit/>
          </a:bodyPr>
          <a:lstStyle>
            <a:lvl1pPr marL="184150" indent="-184150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600"/>
            </a:lvl1pPr>
          </a:lstStyle>
          <a:p>
            <a:pPr lvl="0"/>
            <a:r>
              <a:rPr lang="en-US" noProof="0"/>
              <a:t>Subitem</a:t>
            </a:r>
            <a:endParaRPr lang="en-US" noProof="0" dirty="0"/>
          </a:p>
        </p:txBody>
      </p:sp>
      <p:sp>
        <p:nvSpPr>
          <p:cNvPr id="35" name="Textplatzhalter 34">
            <a:extLst>
              <a:ext uri="{FF2B5EF4-FFF2-40B4-BE49-F238E27FC236}">
                <a16:creationId xmlns:a16="http://schemas.microsoft.com/office/drawing/2014/main" id="{8E30D0CC-E9D2-0B98-1CBD-C81D559298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6012" y="983774"/>
            <a:ext cx="4915937" cy="494443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 noProof="0"/>
              <a:t>Agenda item</a:t>
            </a:r>
            <a:endParaRPr lang="en-US" noProof="0" dirty="0"/>
          </a:p>
        </p:txBody>
      </p:sp>
      <p:sp>
        <p:nvSpPr>
          <p:cNvPr id="37" name="Textplatzhalter 34">
            <a:extLst>
              <a:ext uri="{FF2B5EF4-FFF2-40B4-BE49-F238E27FC236}">
                <a16:creationId xmlns:a16="http://schemas.microsoft.com/office/drawing/2014/main" id="{BC3D6733-D616-8406-7243-CA9ED3D71F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76012" y="2346104"/>
            <a:ext cx="4915937" cy="494443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 noProof="0"/>
              <a:t>Agenda item</a:t>
            </a:r>
            <a:endParaRPr lang="en-US" noProof="0" dirty="0"/>
          </a:p>
        </p:txBody>
      </p:sp>
      <p:sp>
        <p:nvSpPr>
          <p:cNvPr id="38" name="Textplatzhalter 34">
            <a:extLst>
              <a:ext uri="{FF2B5EF4-FFF2-40B4-BE49-F238E27FC236}">
                <a16:creationId xmlns:a16="http://schemas.microsoft.com/office/drawing/2014/main" id="{B4360482-7D98-5BA3-B625-1339338F0B6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76012" y="3708434"/>
            <a:ext cx="4915937" cy="494443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 noProof="0"/>
              <a:t>Agenda item</a:t>
            </a:r>
            <a:endParaRPr lang="en-US" noProof="0" dirty="0"/>
          </a:p>
        </p:txBody>
      </p:sp>
      <p:sp>
        <p:nvSpPr>
          <p:cNvPr id="39" name="Textplatzhalter 34">
            <a:extLst>
              <a:ext uri="{FF2B5EF4-FFF2-40B4-BE49-F238E27FC236}">
                <a16:creationId xmlns:a16="http://schemas.microsoft.com/office/drawing/2014/main" id="{7CF1074D-5F7F-4D04-872A-8A7A577470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76012" y="5070763"/>
            <a:ext cx="4915937" cy="494443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 noProof="0"/>
              <a:t>Agenda item</a:t>
            </a:r>
            <a:endParaRPr lang="en-US" noProof="0" dirty="0"/>
          </a:p>
        </p:txBody>
      </p:sp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995DEC15-7014-1E64-85DF-5DE3CA57EE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5426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5ACBF0"/>
          </p15:clr>
        </p15:guide>
        <p15:guide id="2" orient="horz" pos="595" userDrawn="1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6 item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6" y="951996"/>
            <a:ext cx="4213626" cy="505910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en-US" noProof="0"/>
              <a:t>Agenda</a:t>
            </a:r>
            <a:endParaRPr lang="en-US" noProof="0" dirty="0"/>
          </a:p>
        </p:txBody>
      </p:sp>
      <p:sp>
        <p:nvSpPr>
          <p:cNvPr id="21" name="Textplatzhalter 26">
            <a:extLst>
              <a:ext uri="{FF2B5EF4-FFF2-40B4-BE49-F238E27FC236}">
                <a16:creationId xmlns:a16="http://schemas.microsoft.com/office/drawing/2014/main" id="{0D034184-53CF-D850-508B-745C38329E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77024" y="951996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noProof="0"/>
              <a:t>1</a:t>
            </a:r>
            <a:endParaRPr lang="en-US" noProof="0" dirty="0"/>
          </a:p>
        </p:txBody>
      </p:sp>
      <p:sp>
        <p:nvSpPr>
          <p:cNvPr id="22" name="Textplatzhalter 26">
            <a:extLst>
              <a:ext uri="{FF2B5EF4-FFF2-40B4-BE49-F238E27FC236}">
                <a16:creationId xmlns:a16="http://schemas.microsoft.com/office/drawing/2014/main" id="{C4616070-FF22-4A47-813C-08982A8B71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77024" y="5322694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noProof="0"/>
              <a:t>6</a:t>
            </a:r>
            <a:endParaRPr lang="en-US" noProof="0" dirty="0"/>
          </a:p>
        </p:txBody>
      </p:sp>
      <p:sp>
        <p:nvSpPr>
          <p:cNvPr id="25" name="Textplatzhalter 26">
            <a:extLst>
              <a:ext uri="{FF2B5EF4-FFF2-40B4-BE49-F238E27FC236}">
                <a16:creationId xmlns:a16="http://schemas.microsoft.com/office/drawing/2014/main" id="{05449A48-9A07-97E1-B75A-9C72EE7DC1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77024" y="1826136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noProof="0"/>
              <a:t>2</a:t>
            </a:r>
            <a:endParaRPr lang="en-US" noProof="0" dirty="0"/>
          </a:p>
        </p:txBody>
      </p:sp>
      <p:sp>
        <p:nvSpPr>
          <p:cNvPr id="26" name="Textplatzhalter 26">
            <a:extLst>
              <a:ext uri="{FF2B5EF4-FFF2-40B4-BE49-F238E27FC236}">
                <a16:creationId xmlns:a16="http://schemas.microsoft.com/office/drawing/2014/main" id="{308D7424-25F6-9BC7-64AC-82E10AA81AC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77024" y="2700276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noProof="0"/>
              <a:t>3</a:t>
            </a:r>
            <a:endParaRPr lang="en-US" noProof="0" dirty="0"/>
          </a:p>
        </p:txBody>
      </p:sp>
      <p:sp>
        <p:nvSpPr>
          <p:cNvPr id="28" name="Textplatzhalter 26">
            <a:extLst>
              <a:ext uri="{FF2B5EF4-FFF2-40B4-BE49-F238E27FC236}">
                <a16:creationId xmlns:a16="http://schemas.microsoft.com/office/drawing/2014/main" id="{7C958954-2963-6FF4-11B5-171288C95E6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77024" y="3574416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noProof="0"/>
              <a:t>4</a:t>
            </a:r>
            <a:endParaRPr lang="en-US" noProof="0" dirty="0"/>
          </a:p>
        </p:txBody>
      </p:sp>
      <p:sp>
        <p:nvSpPr>
          <p:cNvPr id="29" name="Textplatzhalter 26">
            <a:extLst>
              <a:ext uri="{FF2B5EF4-FFF2-40B4-BE49-F238E27FC236}">
                <a16:creationId xmlns:a16="http://schemas.microsoft.com/office/drawing/2014/main" id="{CB0C854B-FCB4-91D6-A9A4-8812E2579B0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77024" y="4448556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noProof="0"/>
              <a:t>5</a:t>
            </a:r>
            <a:endParaRPr lang="en-US" noProof="0" dirty="0"/>
          </a:p>
        </p:txBody>
      </p:sp>
      <p:sp>
        <p:nvSpPr>
          <p:cNvPr id="30" name="Textplatzhalter 34">
            <a:extLst>
              <a:ext uri="{FF2B5EF4-FFF2-40B4-BE49-F238E27FC236}">
                <a16:creationId xmlns:a16="http://schemas.microsoft.com/office/drawing/2014/main" id="{828D89F0-DA7D-A805-93E6-46C4B2C31D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98173" y="951996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en-US" noProof="0"/>
              <a:t>Agenda item</a:t>
            </a:r>
            <a:endParaRPr lang="en-US" noProof="0" dirty="0"/>
          </a:p>
        </p:txBody>
      </p:sp>
      <p:sp>
        <p:nvSpPr>
          <p:cNvPr id="34" name="Textplatzhalter 34">
            <a:extLst>
              <a:ext uri="{FF2B5EF4-FFF2-40B4-BE49-F238E27FC236}">
                <a16:creationId xmlns:a16="http://schemas.microsoft.com/office/drawing/2014/main" id="{C2B492E7-4E7A-AC06-3ECB-8B3EE6EC435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98173" y="1826136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en-US" noProof="0"/>
              <a:t>Agenda item</a:t>
            </a:r>
            <a:endParaRPr lang="en-US" noProof="0" dirty="0"/>
          </a:p>
        </p:txBody>
      </p:sp>
      <p:sp>
        <p:nvSpPr>
          <p:cNvPr id="36" name="Textplatzhalter 34">
            <a:extLst>
              <a:ext uri="{FF2B5EF4-FFF2-40B4-BE49-F238E27FC236}">
                <a16:creationId xmlns:a16="http://schemas.microsoft.com/office/drawing/2014/main" id="{C86FBA41-F2EA-7B9D-13AC-E44E33BDEA7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98173" y="2700276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en-US" noProof="0"/>
              <a:t>Agenda item</a:t>
            </a:r>
            <a:endParaRPr lang="en-US" noProof="0" dirty="0"/>
          </a:p>
        </p:txBody>
      </p:sp>
      <p:sp>
        <p:nvSpPr>
          <p:cNvPr id="40" name="Textplatzhalter 34">
            <a:extLst>
              <a:ext uri="{FF2B5EF4-FFF2-40B4-BE49-F238E27FC236}">
                <a16:creationId xmlns:a16="http://schemas.microsoft.com/office/drawing/2014/main" id="{C6384BFA-3423-8854-C95E-11F8EE5AAC2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98173" y="3574416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en-US" noProof="0"/>
              <a:t>Agenda item</a:t>
            </a:r>
            <a:endParaRPr lang="en-US" noProof="0" dirty="0"/>
          </a:p>
        </p:txBody>
      </p:sp>
      <p:sp>
        <p:nvSpPr>
          <p:cNvPr id="41" name="Textplatzhalter 34">
            <a:extLst>
              <a:ext uri="{FF2B5EF4-FFF2-40B4-BE49-F238E27FC236}">
                <a16:creationId xmlns:a16="http://schemas.microsoft.com/office/drawing/2014/main" id="{274CCFD5-287A-5A87-2E03-48563D9D92D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98173" y="4448556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en-US" noProof="0"/>
              <a:t>Agenda item</a:t>
            </a:r>
            <a:endParaRPr lang="en-US" noProof="0" dirty="0"/>
          </a:p>
        </p:txBody>
      </p:sp>
      <p:sp>
        <p:nvSpPr>
          <p:cNvPr id="42" name="Textplatzhalter 34">
            <a:extLst>
              <a:ext uri="{FF2B5EF4-FFF2-40B4-BE49-F238E27FC236}">
                <a16:creationId xmlns:a16="http://schemas.microsoft.com/office/drawing/2014/main" id="{7C77DB04-0870-2D7A-4E86-06922FD35D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98173" y="5322694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en-US" noProof="0"/>
              <a:t>Agenda item</a:t>
            </a:r>
            <a:endParaRPr lang="en-US" noProof="0" dirty="0"/>
          </a:p>
        </p:txBody>
      </p:sp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9C5D1B7B-B730-76F0-3CC5-3A918D2FB2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849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001" userDrawn="1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y Headline + color pick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1039605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9DE6ACD9-6EE5-0C07-8020-AFBD0332D1F1}"/>
              </a:ext>
            </a:extLst>
          </p:cNvPr>
          <p:cNvGrpSpPr/>
          <p:nvPr userDrawn="1"/>
        </p:nvGrpSpPr>
        <p:grpSpPr>
          <a:xfrm>
            <a:off x="12353366" y="0"/>
            <a:ext cx="600046" cy="3153491"/>
            <a:chOff x="12353366" y="228601"/>
            <a:chExt cx="770964" cy="3428999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BE134102-F08A-C86B-A777-77C417B86D37}"/>
                </a:ext>
              </a:extLst>
            </p:cNvPr>
            <p:cNvSpPr/>
            <p:nvPr userDrawn="1"/>
          </p:nvSpPr>
          <p:spPr>
            <a:xfrm>
              <a:off x="12353366" y="228601"/>
              <a:ext cx="770964" cy="228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r>
                <a:rPr lang="de-AT" sz="700" dirty="0">
                  <a:solidFill>
                    <a:schemeClr val="bg1"/>
                  </a:solidFill>
                </a:rPr>
                <a:t>UNIQA BLUE</a:t>
              </a: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A0A83106-EADD-F041-1942-4C9CF6A943EC}"/>
                </a:ext>
              </a:extLst>
            </p:cNvPr>
            <p:cNvSpPr/>
            <p:nvPr userDrawn="1"/>
          </p:nvSpPr>
          <p:spPr>
            <a:xfrm>
              <a:off x="12353366" y="457201"/>
              <a:ext cx="770964" cy="228600"/>
            </a:xfrm>
            <a:prstGeom prst="rect">
              <a:avLst/>
            </a:prstGeom>
            <a:solidFill>
              <a:srgbClr val="F7F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3B8026B5-6F76-789B-16FE-7BCB83B35BE1}"/>
                </a:ext>
              </a:extLst>
            </p:cNvPr>
            <p:cNvSpPr/>
            <p:nvPr userDrawn="1"/>
          </p:nvSpPr>
          <p:spPr>
            <a:xfrm>
              <a:off x="12353366" y="685801"/>
              <a:ext cx="770964" cy="228600"/>
            </a:xfrm>
            <a:prstGeom prst="rect">
              <a:avLst/>
            </a:prstGeom>
            <a:solidFill>
              <a:srgbClr val="E8E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69852403-3CCF-2D2B-E41A-74CD7EC503F4}"/>
                </a:ext>
              </a:extLst>
            </p:cNvPr>
            <p:cNvSpPr/>
            <p:nvPr userDrawn="1"/>
          </p:nvSpPr>
          <p:spPr>
            <a:xfrm>
              <a:off x="12353366" y="914401"/>
              <a:ext cx="770964" cy="228600"/>
            </a:xfrm>
            <a:prstGeom prst="rect">
              <a:avLst/>
            </a:prstGeom>
            <a:solidFill>
              <a:srgbClr val="D4E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71F80E2E-B230-FD51-B3BB-B87C300566EE}"/>
                </a:ext>
              </a:extLst>
            </p:cNvPr>
            <p:cNvSpPr/>
            <p:nvPr userDrawn="1"/>
          </p:nvSpPr>
          <p:spPr>
            <a:xfrm>
              <a:off x="12353366" y="1143001"/>
              <a:ext cx="770964" cy="228600"/>
            </a:xfrm>
            <a:prstGeom prst="rect">
              <a:avLst/>
            </a:prstGeom>
            <a:solidFill>
              <a:srgbClr val="A5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C0471BBD-8FB8-BBD3-9AB4-63A59984F911}"/>
                </a:ext>
              </a:extLst>
            </p:cNvPr>
            <p:cNvSpPr/>
            <p:nvPr userDrawn="1"/>
          </p:nvSpPr>
          <p:spPr>
            <a:xfrm>
              <a:off x="12353366" y="1371601"/>
              <a:ext cx="770964" cy="228600"/>
            </a:xfrm>
            <a:prstGeom prst="rect">
              <a:avLst/>
            </a:prstGeom>
            <a:solidFill>
              <a:srgbClr val="71AD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5D56D4CF-E298-3C9E-8862-E4B540F634E0}"/>
                </a:ext>
              </a:extLst>
            </p:cNvPr>
            <p:cNvSpPr/>
            <p:nvPr userDrawn="1"/>
          </p:nvSpPr>
          <p:spPr>
            <a:xfrm>
              <a:off x="12353366" y="1600201"/>
              <a:ext cx="770964" cy="228600"/>
            </a:xfrm>
            <a:prstGeom prst="rect">
              <a:avLst/>
            </a:prstGeom>
            <a:solidFill>
              <a:srgbClr val="5492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9EF59233-60E3-30C3-ECA5-F0923127D7C2}"/>
                </a:ext>
              </a:extLst>
            </p:cNvPr>
            <p:cNvSpPr/>
            <p:nvPr userDrawn="1"/>
          </p:nvSpPr>
          <p:spPr>
            <a:xfrm>
              <a:off x="12353366" y="1828801"/>
              <a:ext cx="770964" cy="228600"/>
            </a:xfrm>
            <a:prstGeom prst="rect">
              <a:avLst/>
            </a:prstGeom>
            <a:solidFill>
              <a:srgbClr val="3578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BC541979-5B69-BDBC-6775-4A8DD8BF812B}"/>
                </a:ext>
              </a:extLst>
            </p:cNvPr>
            <p:cNvSpPr/>
            <p:nvPr userDrawn="1"/>
          </p:nvSpPr>
          <p:spPr>
            <a:xfrm>
              <a:off x="12353366" y="2057401"/>
              <a:ext cx="770964" cy="228600"/>
            </a:xfrm>
            <a:prstGeom prst="rect">
              <a:avLst/>
            </a:prstGeom>
            <a:solidFill>
              <a:srgbClr val="005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73976DEE-C4D9-D868-AF8E-0DF7D100BF54}"/>
                </a:ext>
              </a:extLst>
            </p:cNvPr>
            <p:cNvSpPr/>
            <p:nvPr userDrawn="1"/>
          </p:nvSpPr>
          <p:spPr>
            <a:xfrm>
              <a:off x="12353366" y="2286000"/>
              <a:ext cx="770964" cy="228600"/>
            </a:xfrm>
            <a:prstGeom prst="rect">
              <a:avLst/>
            </a:prstGeom>
            <a:solidFill>
              <a:srgbClr val="0047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82791B21-BF0E-1845-EE9B-E3D7B6D74405}"/>
                </a:ext>
              </a:extLst>
            </p:cNvPr>
            <p:cNvSpPr/>
            <p:nvPr userDrawn="1"/>
          </p:nvSpPr>
          <p:spPr>
            <a:xfrm>
              <a:off x="12353366" y="2514600"/>
              <a:ext cx="770964" cy="228600"/>
            </a:xfrm>
            <a:prstGeom prst="rect">
              <a:avLst/>
            </a:prstGeom>
            <a:solidFill>
              <a:srgbClr val="003C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37EC8C4B-3FE3-25B1-169C-FF7B8EFFEE8D}"/>
                </a:ext>
              </a:extLst>
            </p:cNvPr>
            <p:cNvSpPr/>
            <p:nvPr userDrawn="1"/>
          </p:nvSpPr>
          <p:spPr>
            <a:xfrm>
              <a:off x="12353366" y="2743200"/>
              <a:ext cx="770964" cy="228600"/>
            </a:xfrm>
            <a:prstGeom prst="rect">
              <a:avLst/>
            </a:prstGeom>
            <a:solidFill>
              <a:srgbClr val="0031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12BA643F-4305-CED1-FAE2-17B16BE2AD61}"/>
                </a:ext>
              </a:extLst>
            </p:cNvPr>
            <p:cNvSpPr/>
            <p:nvPr userDrawn="1"/>
          </p:nvSpPr>
          <p:spPr>
            <a:xfrm>
              <a:off x="12353366" y="2971800"/>
              <a:ext cx="770964" cy="228600"/>
            </a:xfrm>
            <a:prstGeom prst="rect">
              <a:avLst/>
            </a:prstGeom>
            <a:solidFill>
              <a:srgbClr val="0026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8B7E7918-52E2-9594-0955-8AF8D2385E78}"/>
                </a:ext>
              </a:extLst>
            </p:cNvPr>
            <p:cNvSpPr/>
            <p:nvPr userDrawn="1"/>
          </p:nvSpPr>
          <p:spPr>
            <a:xfrm>
              <a:off x="12353366" y="3200400"/>
              <a:ext cx="770964" cy="228600"/>
            </a:xfrm>
            <a:prstGeom prst="rect">
              <a:avLst/>
            </a:prstGeom>
            <a:solidFill>
              <a:srgbClr val="001C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989CB76F-B4EE-16D6-F68D-D2638A86CFD3}"/>
                </a:ext>
              </a:extLst>
            </p:cNvPr>
            <p:cNvSpPr/>
            <p:nvPr userDrawn="1"/>
          </p:nvSpPr>
          <p:spPr>
            <a:xfrm>
              <a:off x="12353366" y="3429000"/>
              <a:ext cx="770964" cy="228600"/>
            </a:xfrm>
            <a:prstGeom prst="rect">
              <a:avLst/>
            </a:prstGeom>
            <a:solidFill>
              <a:srgbClr val="0011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F668FF3-3749-F15F-E912-B1EBA4026390}"/>
              </a:ext>
            </a:extLst>
          </p:cNvPr>
          <p:cNvGrpSpPr/>
          <p:nvPr userDrawn="1"/>
        </p:nvGrpSpPr>
        <p:grpSpPr>
          <a:xfrm>
            <a:off x="12353366" y="3218765"/>
            <a:ext cx="600046" cy="1681863"/>
            <a:chOff x="12353366" y="3657600"/>
            <a:chExt cx="770964" cy="1828800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611DFA43-414B-352D-DB03-7A692595D381}"/>
                </a:ext>
              </a:extLst>
            </p:cNvPr>
            <p:cNvSpPr/>
            <p:nvPr userDrawn="1"/>
          </p:nvSpPr>
          <p:spPr>
            <a:xfrm>
              <a:off x="12353366" y="3657600"/>
              <a:ext cx="770964" cy="228600"/>
            </a:xfrm>
            <a:prstGeom prst="rect">
              <a:avLst/>
            </a:prstGeom>
            <a:solidFill>
              <a:srgbClr val="CD4B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272CA5ED-745B-0A78-B2CB-0DE1747DD7A0}"/>
                </a:ext>
              </a:extLst>
            </p:cNvPr>
            <p:cNvSpPr/>
            <p:nvPr userDrawn="1"/>
          </p:nvSpPr>
          <p:spPr>
            <a:xfrm>
              <a:off x="12353366" y="3886200"/>
              <a:ext cx="770964" cy="228600"/>
            </a:xfrm>
            <a:prstGeom prst="rect">
              <a:avLst/>
            </a:prstGeom>
            <a:solidFill>
              <a:srgbClr val="FFEF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689092DA-677D-0764-8F0F-8F73CD775D74}"/>
                </a:ext>
              </a:extLst>
            </p:cNvPr>
            <p:cNvSpPr/>
            <p:nvPr userDrawn="1"/>
          </p:nvSpPr>
          <p:spPr>
            <a:xfrm>
              <a:off x="12353366" y="4114800"/>
              <a:ext cx="770964" cy="228600"/>
            </a:xfrm>
            <a:prstGeom prst="rect">
              <a:avLst/>
            </a:prstGeom>
            <a:solidFill>
              <a:srgbClr val="FFD8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B097EB81-962D-596C-DDF7-95565937FB0F}"/>
                </a:ext>
              </a:extLst>
            </p:cNvPr>
            <p:cNvSpPr/>
            <p:nvPr userDrawn="1"/>
          </p:nvSpPr>
          <p:spPr>
            <a:xfrm>
              <a:off x="12353366" y="4343400"/>
              <a:ext cx="770964" cy="228600"/>
            </a:xfrm>
            <a:prstGeom prst="rect">
              <a:avLst/>
            </a:prstGeom>
            <a:solidFill>
              <a:srgbClr val="FFC8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51EB35AD-5C68-0AE4-24E3-5403776BF71C}"/>
                </a:ext>
              </a:extLst>
            </p:cNvPr>
            <p:cNvSpPr/>
            <p:nvPr userDrawn="1"/>
          </p:nvSpPr>
          <p:spPr>
            <a:xfrm>
              <a:off x="12353366" y="4572000"/>
              <a:ext cx="770964" cy="228600"/>
            </a:xfrm>
            <a:prstGeom prst="rect">
              <a:avLst/>
            </a:prstGeom>
            <a:solidFill>
              <a:srgbClr val="FFB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37FB2476-73C3-4B7E-7CE1-7BDEB3E96382}"/>
                </a:ext>
              </a:extLst>
            </p:cNvPr>
            <p:cNvSpPr/>
            <p:nvPr userDrawn="1"/>
          </p:nvSpPr>
          <p:spPr>
            <a:xfrm>
              <a:off x="12353366" y="4800600"/>
              <a:ext cx="770964" cy="228600"/>
            </a:xfrm>
            <a:prstGeom prst="rect">
              <a:avLst/>
            </a:prstGeom>
            <a:solidFill>
              <a:srgbClr val="FF9E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043844AC-9CE7-A17C-E010-789256ED6EF0}"/>
                </a:ext>
              </a:extLst>
            </p:cNvPr>
            <p:cNvSpPr/>
            <p:nvPr userDrawn="1"/>
          </p:nvSpPr>
          <p:spPr>
            <a:xfrm>
              <a:off x="12353366" y="5029200"/>
              <a:ext cx="770964" cy="228600"/>
            </a:xfrm>
            <a:prstGeom prst="rect">
              <a:avLst/>
            </a:prstGeom>
            <a:solidFill>
              <a:srgbClr val="FF7E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D2CA9717-B10A-6C0E-BE73-78E9AD9B8B38}"/>
                </a:ext>
              </a:extLst>
            </p:cNvPr>
            <p:cNvSpPr/>
            <p:nvPr userDrawn="1"/>
          </p:nvSpPr>
          <p:spPr>
            <a:xfrm>
              <a:off x="12353366" y="5257800"/>
              <a:ext cx="770964" cy="228600"/>
            </a:xfrm>
            <a:prstGeom prst="rect">
              <a:avLst/>
            </a:prstGeom>
            <a:solidFill>
              <a:srgbClr val="F261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76ADBF0C-DE78-FBC7-8FE2-CE1044164E5A}"/>
              </a:ext>
            </a:extLst>
          </p:cNvPr>
          <p:cNvGrpSpPr/>
          <p:nvPr userDrawn="1"/>
        </p:nvGrpSpPr>
        <p:grpSpPr>
          <a:xfrm>
            <a:off x="12353366" y="4965903"/>
            <a:ext cx="600046" cy="1892097"/>
            <a:chOff x="12353366" y="5486400"/>
            <a:chExt cx="770964" cy="2057401"/>
          </a:xfrm>
        </p:grpSpPr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BD691774-F823-D11C-838A-D00DF7BE7308}"/>
                </a:ext>
              </a:extLst>
            </p:cNvPr>
            <p:cNvSpPr/>
            <p:nvPr userDrawn="1"/>
          </p:nvSpPr>
          <p:spPr>
            <a:xfrm>
              <a:off x="12353366" y="5486400"/>
              <a:ext cx="770964" cy="228600"/>
            </a:xfrm>
            <a:prstGeom prst="rect">
              <a:avLst/>
            </a:prstGeom>
            <a:solidFill>
              <a:srgbClr val="DC00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88D02D88-ED7E-4111-5462-9646B6959203}"/>
                </a:ext>
              </a:extLst>
            </p:cNvPr>
            <p:cNvSpPr/>
            <p:nvPr userDrawn="1"/>
          </p:nvSpPr>
          <p:spPr>
            <a:xfrm>
              <a:off x="12353366" y="5715000"/>
              <a:ext cx="770964" cy="228600"/>
            </a:xfrm>
            <a:prstGeom prst="rect">
              <a:avLst/>
            </a:prstGeom>
            <a:solidFill>
              <a:srgbClr val="FFEB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AE54EAAF-CC50-510E-B25C-80EA22FC6625}"/>
                </a:ext>
              </a:extLst>
            </p:cNvPr>
            <p:cNvSpPr/>
            <p:nvPr userDrawn="1"/>
          </p:nvSpPr>
          <p:spPr>
            <a:xfrm>
              <a:off x="12353366" y="5943600"/>
              <a:ext cx="770964" cy="228600"/>
            </a:xfrm>
            <a:prstGeom prst="rect">
              <a:avLst/>
            </a:prstGeom>
            <a:solidFill>
              <a:srgbClr val="FBBB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22BBEAF9-A0DC-D1F3-41B6-B8D548D240C0}"/>
                </a:ext>
              </a:extLst>
            </p:cNvPr>
            <p:cNvSpPr/>
            <p:nvPr userDrawn="1"/>
          </p:nvSpPr>
          <p:spPr>
            <a:xfrm>
              <a:off x="12353366" y="6172201"/>
              <a:ext cx="770964" cy="228600"/>
            </a:xfrm>
            <a:prstGeom prst="rect">
              <a:avLst/>
            </a:prstGeom>
            <a:solidFill>
              <a:srgbClr val="F98B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AB126062-7293-B298-266E-560982C0D797}"/>
                </a:ext>
              </a:extLst>
            </p:cNvPr>
            <p:cNvSpPr/>
            <p:nvPr userDrawn="1"/>
          </p:nvSpPr>
          <p:spPr>
            <a:xfrm>
              <a:off x="12353366" y="6400801"/>
              <a:ext cx="770964" cy="228600"/>
            </a:xfrm>
            <a:prstGeom prst="rect">
              <a:avLst/>
            </a:prstGeom>
            <a:solidFill>
              <a:srgbClr val="F65A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E3C0C29C-C54B-A450-229B-3F4795646BDC}"/>
                </a:ext>
              </a:extLst>
            </p:cNvPr>
            <p:cNvSpPr/>
            <p:nvPr userDrawn="1"/>
          </p:nvSpPr>
          <p:spPr>
            <a:xfrm>
              <a:off x="12353366" y="6629401"/>
              <a:ext cx="770964" cy="228600"/>
            </a:xfrm>
            <a:prstGeom prst="rect">
              <a:avLst/>
            </a:prstGeom>
            <a:solidFill>
              <a:srgbClr val="EA3E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4B236CF9-1B4D-8DE0-5E32-6F80B9BADD71}"/>
                </a:ext>
              </a:extLst>
            </p:cNvPr>
            <p:cNvSpPr/>
            <p:nvPr userDrawn="1"/>
          </p:nvSpPr>
          <p:spPr>
            <a:xfrm>
              <a:off x="12353366" y="6858001"/>
              <a:ext cx="770964" cy="228600"/>
            </a:xfrm>
            <a:prstGeom prst="rect">
              <a:avLst/>
            </a:prstGeom>
            <a:solidFill>
              <a:srgbClr val="B200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1B614EAD-4B01-3616-6FC7-CCD15C4D24EA}"/>
                </a:ext>
              </a:extLst>
            </p:cNvPr>
            <p:cNvSpPr/>
            <p:nvPr userDrawn="1"/>
          </p:nvSpPr>
          <p:spPr>
            <a:xfrm>
              <a:off x="12353366" y="7086601"/>
              <a:ext cx="770964" cy="228600"/>
            </a:xfrm>
            <a:prstGeom prst="rect">
              <a:avLst/>
            </a:prstGeom>
            <a:solidFill>
              <a:srgbClr val="990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4F624B30-915B-E1BD-C99A-EA3329528CFE}"/>
                </a:ext>
              </a:extLst>
            </p:cNvPr>
            <p:cNvSpPr/>
            <p:nvPr userDrawn="1"/>
          </p:nvSpPr>
          <p:spPr>
            <a:xfrm>
              <a:off x="12353366" y="7315201"/>
              <a:ext cx="770964" cy="228600"/>
            </a:xfrm>
            <a:prstGeom prst="rect">
              <a:avLst/>
            </a:prstGeom>
            <a:solidFill>
              <a:srgbClr val="6600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BC85D7D0-96DD-934D-9CF1-ED7192C1C59F}"/>
              </a:ext>
            </a:extLst>
          </p:cNvPr>
          <p:cNvGrpSpPr/>
          <p:nvPr userDrawn="1"/>
        </p:nvGrpSpPr>
        <p:grpSpPr>
          <a:xfrm>
            <a:off x="13249478" y="0"/>
            <a:ext cx="600046" cy="1892097"/>
            <a:chOff x="13249478" y="0"/>
            <a:chExt cx="600046" cy="1819021"/>
          </a:xfrm>
        </p:grpSpPr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822C8674-B19C-F1CD-C778-C1155A7F6572}"/>
                </a:ext>
              </a:extLst>
            </p:cNvPr>
            <p:cNvSpPr/>
            <p:nvPr userDrawn="1"/>
          </p:nvSpPr>
          <p:spPr>
            <a:xfrm>
              <a:off x="13249478" y="0"/>
              <a:ext cx="600046" cy="202113"/>
            </a:xfrm>
            <a:prstGeom prst="rect">
              <a:avLst/>
            </a:prstGeom>
            <a:solidFill>
              <a:srgbClr val="FB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700" dirty="0">
                <a:solidFill>
                  <a:schemeClr val="bg1"/>
                </a:solidFill>
              </a:endParaRPr>
            </a:p>
          </p:txBody>
        </p: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2A42E0A5-22BC-48E5-518B-58A4F082FA72}"/>
                </a:ext>
              </a:extLst>
            </p:cNvPr>
            <p:cNvSpPr/>
            <p:nvPr userDrawn="1"/>
          </p:nvSpPr>
          <p:spPr>
            <a:xfrm>
              <a:off x="13249478" y="202113"/>
              <a:ext cx="600046" cy="202113"/>
            </a:xfrm>
            <a:prstGeom prst="rect">
              <a:avLst/>
            </a:prstGeom>
            <a:solidFill>
              <a:srgbClr val="F7D2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B3E5AC86-B6DD-A98A-8207-A37CE358A19A}"/>
                </a:ext>
              </a:extLst>
            </p:cNvPr>
            <p:cNvSpPr/>
            <p:nvPr userDrawn="1"/>
          </p:nvSpPr>
          <p:spPr>
            <a:xfrm>
              <a:off x="13249478" y="404227"/>
              <a:ext cx="600046" cy="202113"/>
            </a:xfrm>
            <a:prstGeom prst="rect">
              <a:avLst/>
            </a:prstGeom>
            <a:solidFill>
              <a:srgbClr val="F3BB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C3E58766-41A9-558C-D9DB-92F767C0DDF0}"/>
                </a:ext>
              </a:extLst>
            </p:cNvPr>
            <p:cNvSpPr/>
            <p:nvPr userDrawn="1"/>
          </p:nvSpPr>
          <p:spPr>
            <a:xfrm>
              <a:off x="13249478" y="606340"/>
              <a:ext cx="600046" cy="202113"/>
            </a:xfrm>
            <a:prstGeom prst="rect">
              <a:avLst/>
            </a:prstGeom>
            <a:solidFill>
              <a:srgbClr val="E361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97EDC59F-758B-5C20-C884-5AD0D1537D7F}"/>
                </a:ext>
              </a:extLst>
            </p:cNvPr>
            <p:cNvSpPr/>
            <p:nvPr userDrawn="1"/>
          </p:nvSpPr>
          <p:spPr>
            <a:xfrm>
              <a:off x="13249478" y="808454"/>
              <a:ext cx="600046" cy="202113"/>
            </a:xfrm>
            <a:prstGeom prst="rect">
              <a:avLst/>
            </a:prstGeom>
            <a:solidFill>
              <a:srgbClr val="DB33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50" name="Rechteck 49">
              <a:extLst>
                <a:ext uri="{FF2B5EF4-FFF2-40B4-BE49-F238E27FC236}">
                  <a16:creationId xmlns:a16="http://schemas.microsoft.com/office/drawing/2014/main" id="{AA167ED5-9908-34E3-91FB-37E8FFD497B3}"/>
                </a:ext>
              </a:extLst>
            </p:cNvPr>
            <p:cNvSpPr/>
            <p:nvPr userDrawn="1"/>
          </p:nvSpPr>
          <p:spPr>
            <a:xfrm>
              <a:off x="13249478" y="1010567"/>
              <a:ext cx="600046" cy="202113"/>
            </a:xfrm>
            <a:prstGeom prst="rect">
              <a:avLst/>
            </a:prstGeom>
            <a:solidFill>
              <a:srgbClr val="D71C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2191558F-2C49-E87A-3DFD-FB546BE2370F}"/>
                </a:ext>
              </a:extLst>
            </p:cNvPr>
            <p:cNvSpPr/>
            <p:nvPr userDrawn="1"/>
          </p:nvSpPr>
          <p:spPr>
            <a:xfrm>
              <a:off x="13249478" y="1212681"/>
              <a:ext cx="600046" cy="202113"/>
            </a:xfrm>
            <a:prstGeom prst="rect">
              <a:avLst/>
            </a:prstGeom>
            <a:solidFill>
              <a:srgbClr val="AB16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9AEFD7E6-FFA1-0EFE-C613-FEF1FCE3AB56}"/>
                </a:ext>
              </a:extLst>
            </p:cNvPr>
            <p:cNvSpPr/>
            <p:nvPr userDrawn="1"/>
          </p:nvSpPr>
          <p:spPr>
            <a:xfrm>
              <a:off x="13249478" y="1414794"/>
              <a:ext cx="600046" cy="202113"/>
            </a:xfrm>
            <a:prstGeom prst="rect">
              <a:avLst/>
            </a:prstGeom>
            <a:solidFill>
              <a:srgbClr val="7E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0155FBF9-844D-18E3-0B69-3E073608623D}"/>
                </a:ext>
              </a:extLst>
            </p:cNvPr>
            <p:cNvSpPr/>
            <p:nvPr userDrawn="1"/>
          </p:nvSpPr>
          <p:spPr>
            <a:xfrm>
              <a:off x="13249478" y="1616908"/>
              <a:ext cx="600046" cy="202113"/>
            </a:xfrm>
            <a:prstGeom prst="rect">
              <a:avLst/>
            </a:prstGeom>
            <a:solidFill>
              <a:srgbClr val="680D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36E55F41-E0D8-31E6-F83C-3799764E7044}"/>
              </a:ext>
            </a:extLst>
          </p:cNvPr>
          <p:cNvGrpSpPr/>
          <p:nvPr userDrawn="1"/>
        </p:nvGrpSpPr>
        <p:grpSpPr>
          <a:xfrm>
            <a:off x="13249478" y="1957368"/>
            <a:ext cx="600046" cy="1892097"/>
            <a:chOff x="12353366" y="228601"/>
            <a:chExt cx="770964" cy="2057400"/>
          </a:xfrm>
        </p:grpSpPr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CDAEB190-D62C-ABA1-23CC-E7F86BD068C3}"/>
                </a:ext>
              </a:extLst>
            </p:cNvPr>
            <p:cNvSpPr/>
            <p:nvPr userDrawn="1"/>
          </p:nvSpPr>
          <p:spPr>
            <a:xfrm>
              <a:off x="12353366" y="228601"/>
              <a:ext cx="770964" cy="228600"/>
            </a:xfrm>
            <a:prstGeom prst="rect">
              <a:avLst/>
            </a:prstGeom>
            <a:solidFill>
              <a:srgbClr val="FEF7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700" dirty="0">
                <a:solidFill>
                  <a:schemeClr val="bg1"/>
                </a:solidFill>
              </a:endParaRP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31FD527E-EDC7-CC8E-5B95-6D4AD471C038}"/>
                </a:ext>
              </a:extLst>
            </p:cNvPr>
            <p:cNvSpPr/>
            <p:nvPr userDrawn="1"/>
          </p:nvSpPr>
          <p:spPr>
            <a:xfrm>
              <a:off x="12353366" y="457201"/>
              <a:ext cx="770964" cy="228600"/>
            </a:xfrm>
            <a:prstGeom prst="rect">
              <a:avLst/>
            </a:prstGeom>
            <a:solidFill>
              <a:srgbClr val="FDED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B1950F4D-1A4F-E2EF-CB77-9C467EAAA8B9}"/>
                </a:ext>
              </a:extLst>
            </p:cNvPr>
            <p:cNvSpPr/>
            <p:nvPr userDrawn="1"/>
          </p:nvSpPr>
          <p:spPr>
            <a:xfrm>
              <a:off x="12353366" y="685801"/>
              <a:ext cx="770964" cy="228600"/>
            </a:xfrm>
            <a:prstGeom prst="rect">
              <a:avLst/>
            </a:prstGeom>
            <a:solidFill>
              <a:srgbClr val="FCE5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5F03B71A-B0A1-34E0-122E-6BC1DB74FA8F}"/>
                </a:ext>
              </a:extLst>
            </p:cNvPr>
            <p:cNvSpPr/>
            <p:nvPr userDrawn="1"/>
          </p:nvSpPr>
          <p:spPr>
            <a:xfrm>
              <a:off x="12353366" y="914401"/>
              <a:ext cx="770964" cy="228600"/>
            </a:xfrm>
            <a:prstGeom prst="rect">
              <a:avLst/>
            </a:prstGeom>
            <a:solidFill>
              <a:srgbClr val="F8C1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67550CEA-88F4-19B5-7287-142F6D08DA90}"/>
                </a:ext>
              </a:extLst>
            </p:cNvPr>
            <p:cNvSpPr/>
            <p:nvPr userDrawn="1"/>
          </p:nvSpPr>
          <p:spPr>
            <a:xfrm>
              <a:off x="12353366" y="1143001"/>
              <a:ext cx="770964" cy="228600"/>
            </a:xfrm>
            <a:prstGeom prst="rect">
              <a:avLst/>
            </a:prstGeom>
            <a:solidFill>
              <a:srgbClr val="F6AF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FAF8C30E-7415-9D4C-5B74-29289BF2C5CD}"/>
                </a:ext>
              </a:extLst>
            </p:cNvPr>
            <p:cNvSpPr/>
            <p:nvPr userDrawn="1"/>
          </p:nvSpPr>
          <p:spPr>
            <a:xfrm>
              <a:off x="12353366" y="1371601"/>
              <a:ext cx="770964" cy="228600"/>
            </a:xfrm>
            <a:prstGeom prst="rect">
              <a:avLst/>
            </a:prstGeom>
            <a:solidFill>
              <a:srgbClr val="F5A6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F2BDFACA-7AFB-3C45-4DA4-792007E408A4}"/>
                </a:ext>
              </a:extLst>
            </p:cNvPr>
            <p:cNvSpPr/>
            <p:nvPr userDrawn="1"/>
          </p:nvSpPr>
          <p:spPr>
            <a:xfrm>
              <a:off x="12353366" y="1600201"/>
              <a:ext cx="770964" cy="228600"/>
            </a:xfrm>
            <a:prstGeom prst="rect">
              <a:avLst/>
            </a:prstGeom>
            <a:solidFill>
              <a:srgbClr val="DC8D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62" name="Rechteck 61">
              <a:extLst>
                <a:ext uri="{FF2B5EF4-FFF2-40B4-BE49-F238E27FC236}">
                  <a16:creationId xmlns:a16="http://schemas.microsoft.com/office/drawing/2014/main" id="{585F7A49-D0BF-21ED-48E8-EBBE256AE8F0}"/>
                </a:ext>
              </a:extLst>
            </p:cNvPr>
            <p:cNvSpPr/>
            <p:nvPr userDrawn="1"/>
          </p:nvSpPr>
          <p:spPr>
            <a:xfrm>
              <a:off x="12353366" y="1828801"/>
              <a:ext cx="770964" cy="228600"/>
            </a:xfrm>
            <a:prstGeom prst="rect">
              <a:avLst/>
            </a:prstGeom>
            <a:solidFill>
              <a:srgbClr val="C37D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63" name="Rechteck 62">
              <a:extLst>
                <a:ext uri="{FF2B5EF4-FFF2-40B4-BE49-F238E27FC236}">
                  <a16:creationId xmlns:a16="http://schemas.microsoft.com/office/drawing/2014/main" id="{0097E2E7-AAE4-D762-7EDC-A723C9329AC4}"/>
                </a:ext>
              </a:extLst>
            </p:cNvPr>
            <p:cNvSpPr/>
            <p:nvPr userDrawn="1"/>
          </p:nvSpPr>
          <p:spPr>
            <a:xfrm>
              <a:off x="12353366" y="2057401"/>
              <a:ext cx="770964" cy="228600"/>
            </a:xfrm>
            <a:prstGeom prst="rect">
              <a:avLst/>
            </a:prstGeom>
            <a:solidFill>
              <a:srgbClr val="A167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31D65DCD-DAD5-FC89-CA6C-175C842E3AD0}"/>
              </a:ext>
            </a:extLst>
          </p:cNvPr>
          <p:cNvGrpSpPr/>
          <p:nvPr userDrawn="1"/>
        </p:nvGrpSpPr>
        <p:grpSpPr>
          <a:xfrm>
            <a:off x="13249478" y="3914736"/>
            <a:ext cx="600046" cy="1892097"/>
            <a:chOff x="12353366" y="228601"/>
            <a:chExt cx="770964" cy="2057400"/>
          </a:xfrm>
        </p:grpSpPr>
        <p:sp>
          <p:nvSpPr>
            <p:cNvPr id="65" name="Rechteck 64">
              <a:extLst>
                <a:ext uri="{FF2B5EF4-FFF2-40B4-BE49-F238E27FC236}">
                  <a16:creationId xmlns:a16="http://schemas.microsoft.com/office/drawing/2014/main" id="{A44CC44F-7977-5B93-64E8-0B3F4CD5EB76}"/>
                </a:ext>
              </a:extLst>
            </p:cNvPr>
            <p:cNvSpPr/>
            <p:nvPr userDrawn="1"/>
          </p:nvSpPr>
          <p:spPr>
            <a:xfrm>
              <a:off x="12353366" y="228601"/>
              <a:ext cx="770964" cy="228600"/>
            </a:xfrm>
            <a:prstGeom prst="rect">
              <a:avLst/>
            </a:prstGeom>
            <a:solidFill>
              <a:srgbClr val="E6F6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700" dirty="0">
                <a:solidFill>
                  <a:schemeClr val="bg1"/>
                </a:solidFill>
              </a:endParaRPr>
            </a:p>
          </p:txBody>
        </p:sp>
        <p:sp>
          <p:nvSpPr>
            <p:cNvPr id="66" name="Rechteck 65">
              <a:extLst>
                <a:ext uri="{FF2B5EF4-FFF2-40B4-BE49-F238E27FC236}">
                  <a16:creationId xmlns:a16="http://schemas.microsoft.com/office/drawing/2014/main" id="{961F5B7E-BA67-42FE-711A-EF407D4F754D}"/>
                </a:ext>
              </a:extLst>
            </p:cNvPr>
            <p:cNvSpPr/>
            <p:nvPr userDrawn="1"/>
          </p:nvSpPr>
          <p:spPr>
            <a:xfrm>
              <a:off x="12353366" y="457201"/>
              <a:ext cx="770964" cy="228600"/>
            </a:xfrm>
            <a:prstGeom prst="rect">
              <a:avLst/>
            </a:prstGeom>
            <a:solidFill>
              <a:srgbClr val="CDEC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67" name="Rechteck 66">
              <a:extLst>
                <a:ext uri="{FF2B5EF4-FFF2-40B4-BE49-F238E27FC236}">
                  <a16:creationId xmlns:a16="http://schemas.microsoft.com/office/drawing/2014/main" id="{0D51C2BE-8AF9-B94F-BD6E-075951FEA6E9}"/>
                </a:ext>
              </a:extLst>
            </p:cNvPr>
            <p:cNvSpPr/>
            <p:nvPr userDrawn="1"/>
          </p:nvSpPr>
          <p:spPr>
            <a:xfrm>
              <a:off x="12353366" y="685801"/>
              <a:ext cx="770964" cy="228600"/>
            </a:xfrm>
            <a:prstGeom prst="rect">
              <a:avLst/>
            </a:prstGeom>
            <a:solidFill>
              <a:srgbClr val="B4E3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68" name="Rechteck 67">
              <a:extLst>
                <a:ext uri="{FF2B5EF4-FFF2-40B4-BE49-F238E27FC236}">
                  <a16:creationId xmlns:a16="http://schemas.microsoft.com/office/drawing/2014/main" id="{CA1B512C-B5A8-AD96-8283-973A6761A145}"/>
                </a:ext>
              </a:extLst>
            </p:cNvPr>
            <p:cNvSpPr/>
            <p:nvPr userDrawn="1"/>
          </p:nvSpPr>
          <p:spPr>
            <a:xfrm>
              <a:off x="12353366" y="914401"/>
              <a:ext cx="770964" cy="228600"/>
            </a:xfrm>
            <a:prstGeom prst="rect">
              <a:avLst/>
            </a:prstGeom>
            <a:solidFill>
              <a:srgbClr val="4FBE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7110B285-6F07-15E2-C4D4-E90CF7B8B808}"/>
                </a:ext>
              </a:extLst>
            </p:cNvPr>
            <p:cNvSpPr/>
            <p:nvPr userDrawn="1"/>
          </p:nvSpPr>
          <p:spPr>
            <a:xfrm>
              <a:off x="12353366" y="1143001"/>
              <a:ext cx="770964" cy="228600"/>
            </a:xfrm>
            <a:prstGeom prst="rect">
              <a:avLst/>
            </a:prstGeom>
            <a:solidFill>
              <a:srgbClr val="1DAB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70" name="Rechteck 69">
              <a:extLst>
                <a:ext uri="{FF2B5EF4-FFF2-40B4-BE49-F238E27FC236}">
                  <a16:creationId xmlns:a16="http://schemas.microsoft.com/office/drawing/2014/main" id="{7423876C-3A2E-98BC-3494-5FE8E71BF84A}"/>
                </a:ext>
              </a:extLst>
            </p:cNvPr>
            <p:cNvSpPr/>
            <p:nvPr userDrawn="1"/>
          </p:nvSpPr>
          <p:spPr>
            <a:xfrm>
              <a:off x="12353366" y="1371601"/>
              <a:ext cx="770964" cy="228600"/>
            </a:xfrm>
            <a:prstGeom prst="rect">
              <a:avLst/>
            </a:prstGeom>
            <a:solidFill>
              <a:srgbClr val="03A1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04A1BC57-B0DC-30D1-8284-EE7FB8D94F36}"/>
                </a:ext>
              </a:extLst>
            </p:cNvPr>
            <p:cNvSpPr/>
            <p:nvPr userDrawn="1"/>
          </p:nvSpPr>
          <p:spPr>
            <a:xfrm>
              <a:off x="12353366" y="1600201"/>
              <a:ext cx="770964" cy="228600"/>
            </a:xfrm>
            <a:prstGeom prst="rect">
              <a:avLst/>
            </a:prstGeom>
            <a:solidFill>
              <a:srgbClr val="026E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A9638501-7410-839E-3F32-131981B07245}"/>
                </a:ext>
              </a:extLst>
            </p:cNvPr>
            <p:cNvSpPr/>
            <p:nvPr userDrawn="1"/>
          </p:nvSpPr>
          <p:spPr>
            <a:xfrm>
              <a:off x="12353366" y="1828801"/>
              <a:ext cx="770964" cy="228600"/>
            </a:xfrm>
            <a:prstGeom prst="rect">
              <a:avLst/>
            </a:prstGeom>
            <a:solidFill>
              <a:srgbClr val="013C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4F144972-B2FE-5B4E-440A-7AAF97C449C6}"/>
                </a:ext>
              </a:extLst>
            </p:cNvPr>
            <p:cNvSpPr/>
            <p:nvPr userDrawn="1"/>
          </p:nvSpPr>
          <p:spPr>
            <a:xfrm>
              <a:off x="12353366" y="2057401"/>
              <a:ext cx="770964" cy="228600"/>
            </a:xfrm>
            <a:prstGeom prst="rect">
              <a:avLst/>
            </a:prstGeom>
            <a:solidFill>
              <a:srgbClr val="012D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63894AF8-11A7-5122-0403-1853C97B94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832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y Head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1039605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5896D128-ED75-DF79-17AF-EB9E316EBD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931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68C4C929-539A-F6F4-E0FC-CC63EB1C67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85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C1AC357D-EE62-1AF1-FECB-AB78753A0940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96876" y="1808163"/>
            <a:ext cx="11395074" cy="4429125"/>
          </a:xfrm>
        </p:spPr>
        <p:txBody>
          <a:bodyPr/>
          <a:lstStyle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Add text or object</a:t>
            </a:r>
          </a:p>
          <a:p>
            <a:pPr lvl="0"/>
            <a:endParaRPr lang="en-US" noProof="0" dirty="0"/>
          </a:p>
        </p:txBody>
      </p:sp>
      <p:sp>
        <p:nvSpPr>
          <p:cNvPr id="2" name="Datumsplatzhalter 2">
            <a:extLst>
              <a:ext uri="{FF2B5EF4-FFF2-40B4-BE49-F238E27FC236}">
                <a16:creationId xmlns:a16="http://schemas.microsoft.com/office/drawing/2014/main" id="{71DB4AE9-E78D-AE6E-C0C9-134F82F9B4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875" y="6556875"/>
            <a:ext cx="588192" cy="219454"/>
          </a:xfrm>
        </p:spPr>
        <p:txBody>
          <a:bodyPr/>
          <a:lstStyle/>
          <a:p>
            <a:fld id="{D1AC1EB0-53BB-3243-9B08-2A1EA0BAFB8B}" type="datetime1">
              <a:rPr lang="en-US" noProof="0" smtClean="0"/>
              <a:t>5/28/2026</a:t>
            </a:fld>
            <a:endParaRPr lang="en-US" noProof="0" dirty="0"/>
          </a:p>
        </p:txBody>
      </p:sp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CEC3F8B3-B276-154C-A4F5-F27837DAEF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178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  <p15:guide id="2" orient="horz" pos="3929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6" y="1807029"/>
            <a:ext cx="1139180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Abgerundetes Rechteck 9">
            <a:extLst>
              <a:ext uri="{FF2B5EF4-FFF2-40B4-BE49-F238E27FC236}">
                <a16:creationId xmlns:a16="http://schemas.microsoft.com/office/drawing/2014/main" id="{BF6D2400-AE81-80A1-E585-7FC917822841}"/>
              </a:ext>
            </a:extLst>
          </p:cNvPr>
          <p:cNvSpPr/>
          <p:nvPr userDrawn="1"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C1AC357D-EE62-1AF1-FECB-AB78753A0940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27645" y="1998680"/>
            <a:ext cx="10736988" cy="4061242"/>
          </a:xfrm>
        </p:spPr>
        <p:txBody>
          <a:bodyPr/>
          <a:lstStyle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Add text or object</a:t>
            </a:r>
          </a:p>
          <a:p>
            <a:pPr lvl="0"/>
            <a:endParaRPr lang="en-US" noProof="0" dirty="0"/>
          </a:p>
        </p:txBody>
      </p:sp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D07A6138-45A9-F7B1-B08F-F571BF54B5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840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  <p15:guide id="2" orient="horz" pos="3929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 fiel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1">
            <a:extLst>
              <a:ext uri="{FF2B5EF4-FFF2-40B4-BE49-F238E27FC236}">
                <a16:creationId xmlns:a16="http://schemas.microsoft.com/office/drawing/2014/main" id="{1BEFD293-06B1-814D-94FD-A26ADB3C27BB}"/>
              </a:ext>
            </a:extLst>
          </p:cNvPr>
          <p:cNvSpPr/>
          <p:nvPr userDrawn="1"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Abgerundetes Rechteck 9">
            <a:extLst>
              <a:ext uri="{FF2B5EF4-FFF2-40B4-BE49-F238E27FC236}">
                <a16:creationId xmlns:a16="http://schemas.microsoft.com/office/drawing/2014/main" id="{BF6D2400-AE81-80A1-E585-7FC917822841}"/>
              </a:ext>
            </a:extLst>
          </p:cNvPr>
          <p:cNvSpPr/>
          <p:nvPr userDrawn="1"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345BF5C-D357-03F9-E50E-2BD30D642DFF}"/>
              </a:ext>
            </a:extLst>
          </p:cNvPr>
          <p:cNvSpPr/>
          <p:nvPr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C1AC357D-EE62-1AF1-FECB-AB78753A0940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27646" y="1998680"/>
            <a:ext cx="4964809" cy="406124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Add text or object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31F07F57-D126-50C0-DE7F-35B19F7F8B38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499825" y="1998680"/>
            <a:ext cx="4964809" cy="406124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184150" marR="0" lvl="0" indent="-184150" algn="l" defTabSz="3600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Add text or object</a:t>
            </a:r>
          </a:p>
        </p:txBody>
      </p:sp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6A745C9C-24AA-D67B-D7E0-3D97B8D61A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248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 fields with blue shapes &amp;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bgerundetes Rechteck 1">
            <a:extLst>
              <a:ext uri="{FF2B5EF4-FFF2-40B4-BE49-F238E27FC236}">
                <a16:creationId xmlns:a16="http://schemas.microsoft.com/office/drawing/2014/main" id="{1C61FA82-9680-5C95-D274-F1ACB7847B8B}"/>
              </a:ext>
            </a:extLst>
          </p:cNvPr>
          <p:cNvSpPr/>
          <p:nvPr userDrawn="1"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Abgerundetes Rechteck 9">
            <a:extLst>
              <a:ext uri="{FF2B5EF4-FFF2-40B4-BE49-F238E27FC236}">
                <a16:creationId xmlns:a16="http://schemas.microsoft.com/office/drawing/2014/main" id="{A4C7F1BC-D20C-BBBA-8E2D-4A277AA9CE29}"/>
              </a:ext>
            </a:extLst>
          </p:cNvPr>
          <p:cNvSpPr/>
          <p:nvPr userDrawn="1"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5A843CC8-C921-BBE2-523A-DABBBEACE23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27646" y="3429000"/>
            <a:ext cx="4964809" cy="2630922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 or object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345BF5C-D357-03F9-E50E-2BD30D642DFF}"/>
              </a:ext>
            </a:extLst>
          </p:cNvPr>
          <p:cNvSpPr/>
          <p:nvPr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D703F022-8B6B-E2BD-D686-41359221073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499825" y="3429000"/>
            <a:ext cx="4964809" cy="2630922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 or object</a:t>
            </a:r>
          </a:p>
        </p:txBody>
      </p:sp>
      <p:sp>
        <p:nvSpPr>
          <p:cNvPr id="13" name="Bildplatzhalter 37">
            <a:extLst>
              <a:ext uri="{FF2B5EF4-FFF2-40B4-BE49-F238E27FC236}">
                <a16:creationId xmlns:a16="http://schemas.microsoft.com/office/drawing/2014/main" id="{9373CE6C-0C45-D67F-B27A-942CDAF7D959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27646" y="2080194"/>
            <a:ext cx="652290" cy="65229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16" name="Bildplatzhalter 37">
            <a:extLst>
              <a:ext uri="{FF2B5EF4-FFF2-40B4-BE49-F238E27FC236}">
                <a16:creationId xmlns:a16="http://schemas.microsoft.com/office/drawing/2014/main" id="{B4005A1B-DB59-667A-137C-45B05A4B1D65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6499825" y="2080194"/>
            <a:ext cx="652290" cy="65229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8" name="Textplatzhalter 21">
            <a:extLst>
              <a:ext uri="{FF2B5EF4-FFF2-40B4-BE49-F238E27FC236}">
                <a16:creationId xmlns:a16="http://schemas.microsoft.com/office/drawing/2014/main" id="{20EC0BFA-C64D-A0C6-CF7A-C775C35F7FF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9840" y="2893354"/>
            <a:ext cx="5280420" cy="389513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 lIns="108000" tIns="0" rIns="0" bIns="0" anchor="ctr">
            <a:noAutofit/>
          </a:bodyPr>
          <a:lstStyle>
            <a:lvl1pPr marL="0" indent="0" algn="l">
              <a:spcBef>
                <a:spcPts val="0"/>
              </a:spcBef>
              <a:buClr>
                <a:schemeClr val="bg1"/>
              </a:buClr>
              <a:buNone/>
              <a:defRPr sz="18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 dirty="0"/>
              <a:t>Headline</a:t>
            </a:r>
          </a:p>
        </p:txBody>
      </p:sp>
      <p:sp>
        <p:nvSpPr>
          <p:cNvPr id="9" name="Textplatzhalter 21">
            <a:extLst>
              <a:ext uri="{FF2B5EF4-FFF2-40B4-BE49-F238E27FC236}">
                <a16:creationId xmlns:a16="http://schemas.microsoft.com/office/drawing/2014/main" id="{57404441-53AB-13F3-70F5-CD87BAD88E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42019" y="2893354"/>
            <a:ext cx="5280420" cy="389513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 lIns="108000" tIns="0" rIns="0" bIns="0" anchor="ctr">
            <a:noAutofit/>
          </a:bodyPr>
          <a:lstStyle>
            <a:lvl1pPr marL="0" indent="0" algn="l">
              <a:spcBef>
                <a:spcPts val="0"/>
              </a:spcBef>
              <a:buClr>
                <a:schemeClr val="bg1"/>
              </a:buClr>
              <a:buNone/>
              <a:defRPr sz="18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Headline</a:t>
            </a:r>
            <a:endParaRPr lang="en-US" noProof="0" dirty="0"/>
          </a:p>
        </p:txBody>
      </p:sp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54A0681A-9038-C363-3570-18E01DB75BC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9885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 fields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1">
            <a:extLst>
              <a:ext uri="{FF2B5EF4-FFF2-40B4-BE49-F238E27FC236}">
                <a16:creationId xmlns:a16="http://schemas.microsoft.com/office/drawing/2014/main" id="{93326E70-4284-C77A-6AEA-0E84B8344AC8}"/>
              </a:ext>
            </a:extLst>
          </p:cNvPr>
          <p:cNvSpPr/>
          <p:nvPr userDrawn="1"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Abgerundetes Rechteck 9">
            <a:extLst>
              <a:ext uri="{FF2B5EF4-FFF2-40B4-BE49-F238E27FC236}">
                <a16:creationId xmlns:a16="http://schemas.microsoft.com/office/drawing/2014/main" id="{6C71BAAC-369B-DB1F-9B69-3A3F9A95F2FD}"/>
              </a:ext>
            </a:extLst>
          </p:cNvPr>
          <p:cNvSpPr/>
          <p:nvPr userDrawn="1"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5A843CC8-C921-BBE2-523A-DABBBEACE23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27646" y="2828925"/>
            <a:ext cx="4964809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 or object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345BF5C-D357-03F9-E50E-2BD30D642DFF}"/>
              </a:ext>
            </a:extLst>
          </p:cNvPr>
          <p:cNvSpPr/>
          <p:nvPr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D703F022-8B6B-E2BD-D686-41359221073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499825" y="2828925"/>
            <a:ext cx="4964809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 or object</a:t>
            </a:r>
          </a:p>
        </p:txBody>
      </p:sp>
      <p:sp>
        <p:nvSpPr>
          <p:cNvPr id="13" name="Bildplatzhalter 37">
            <a:extLst>
              <a:ext uri="{FF2B5EF4-FFF2-40B4-BE49-F238E27FC236}">
                <a16:creationId xmlns:a16="http://schemas.microsoft.com/office/drawing/2014/main" id="{9373CE6C-0C45-D67F-B27A-942CDAF7D959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27646" y="2080194"/>
            <a:ext cx="652290" cy="65229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16" name="Bildplatzhalter 37">
            <a:extLst>
              <a:ext uri="{FF2B5EF4-FFF2-40B4-BE49-F238E27FC236}">
                <a16:creationId xmlns:a16="http://schemas.microsoft.com/office/drawing/2014/main" id="{B4005A1B-DB59-667A-137C-45B05A4B1D65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6499825" y="2080194"/>
            <a:ext cx="652290" cy="65229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22A2A79A-3DD8-B2AF-47B8-455A86B9706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532486" y="2080194"/>
            <a:ext cx="4159969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0E9B1506-AA0A-B7BB-6514-EA428F511A9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7304665" y="2080194"/>
            <a:ext cx="4159969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Headline</a:t>
            </a:r>
            <a:endParaRPr lang="en-US" noProof="0" dirty="0"/>
          </a:p>
        </p:txBody>
      </p:sp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D14D4D9E-FFB2-EAC4-C94E-8CAC46C5C54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41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text fields + small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bgerundetes Rechteck 1">
            <a:extLst>
              <a:ext uri="{FF2B5EF4-FFF2-40B4-BE49-F238E27FC236}">
                <a16:creationId xmlns:a16="http://schemas.microsoft.com/office/drawing/2014/main" id="{3D53292C-582C-7B3C-88B8-6EAECC4250B4}"/>
              </a:ext>
            </a:extLst>
          </p:cNvPr>
          <p:cNvSpPr/>
          <p:nvPr userDrawn="1"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Abgerundetes Rechteck 15">
            <a:extLst>
              <a:ext uri="{FF2B5EF4-FFF2-40B4-BE49-F238E27FC236}">
                <a16:creationId xmlns:a16="http://schemas.microsoft.com/office/drawing/2014/main" id="{B1A47490-9E71-C3FC-714B-13D89308F58B}"/>
              </a:ext>
            </a:extLst>
          </p:cNvPr>
          <p:cNvSpPr/>
          <p:nvPr userDrawn="1"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Abgerundetes Rechteck 20">
            <a:extLst>
              <a:ext uri="{FF2B5EF4-FFF2-40B4-BE49-F238E27FC236}">
                <a16:creationId xmlns:a16="http://schemas.microsoft.com/office/drawing/2014/main" id="{4FA2A046-E3F6-E001-FF88-F7C4268BB78B}"/>
              </a:ext>
            </a:extLst>
          </p:cNvPr>
          <p:cNvSpPr/>
          <p:nvPr userDrawn="1"/>
        </p:nvSpPr>
        <p:spPr>
          <a:xfrm>
            <a:off x="8095973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D67F53A2-7CAB-35B7-E1AF-BFE4B99E6F0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27646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 or object</a:t>
            </a:r>
          </a:p>
        </p:txBody>
      </p:sp>
      <p:sp>
        <p:nvSpPr>
          <p:cNvPr id="9" name="Bildplatzhalter 37">
            <a:extLst>
              <a:ext uri="{FF2B5EF4-FFF2-40B4-BE49-F238E27FC236}">
                <a16:creationId xmlns:a16="http://schemas.microsoft.com/office/drawing/2014/main" id="{D7579333-08AB-4A34-E947-3C4926DA43A9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27646" y="2080194"/>
            <a:ext cx="652290" cy="65229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5C2B8632-A9D5-3F09-9FD8-221BC1FA4C6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32015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B97A1C69-9D63-4764-F537-3989FB951DD4}"/>
              </a:ext>
            </a:extLst>
          </p:cNvPr>
          <p:cNvSpPr/>
          <p:nvPr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Inhaltsplatzhalter 10">
            <a:extLst>
              <a:ext uri="{FF2B5EF4-FFF2-40B4-BE49-F238E27FC236}">
                <a16:creationId xmlns:a16="http://schemas.microsoft.com/office/drawing/2014/main" id="{3F0C00CD-9615-DC12-1736-E09EF1D92745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4575514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 or object</a:t>
            </a:r>
          </a:p>
        </p:txBody>
      </p:sp>
      <p:sp>
        <p:nvSpPr>
          <p:cNvPr id="19" name="Bildplatzhalter 37">
            <a:extLst>
              <a:ext uri="{FF2B5EF4-FFF2-40B4-BE49-F238E27FC236}">
                <a16:creationId xmlns:a16="http://schemas.microsoft.com/office/drawing/2014/main" id="{49C8EE49-281C-BBA6-8BA6-6F1C01C7D449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4575514" y="2080194"/>
            <a:ext cx="652290" cy="65229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0C407996-2BF1-AAA6-C780-E30913A0F00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379883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21" name="Abgerundetes Rechteck 20">
            <a:extLst>
              <a:ext uri="{FF2B5EF4-FFF2-40B4-BE49-F238E27FC236}">
                <a16:creationId xmlns:a16="http://schemas.microsoft.com/office/drawing/2014/main" id="{282A727E-ECE1-793C-E44A-80BEB47AD2B1}"/>
              </a:ext>
            </a:extLst>
          </p:cNvPr>
          <p:cNvSpPr/>
          <p:nvPr/>
        </p:nvSpPr>
        <p:spPr>
          <a:xfrm>
            <a:off x="8095973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F291F6D3-AAE7-63F4-3B60-AB99E61E44AD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423382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 or object</a:t>
            </a:r>
          </a:p>
        </p:txBody>
      </p:sp>
      <p:sp>
        <p:nvSpPr>
          <p:cNvPr id="23" name="Bildplatzhalter 37">
            <a:extLst>
              <a:ext uri="{FF2B5EF4-FFF2-40B4-BE49-F238E27FC236}">
                <a16:creationId xmlns:a16="http://schemas.microsoft.com/office/drawing/2014/main" id="{DADD026C-D7EF-DA1F-2453-A76D64521C4C}"/>
              </a:ext>
            </a:extLst>
          </p:cNvPr>
          <p:cNvSpPr>
            <a:spLocks noGrp="1" noChangeAspect="1"/>
          </p:cNvSpPr>
          <p:nvPr>
            <p:ph type="pic" sz="quarter" idx="38" hasCustomPrompt="1"/>
          </p:nvPr>
        </p:nvSpPr>
        <p:spPr>
          <a:xfrm>
            <a:off x="8423382" y="2080194"/>
            <a:ext cx="652290" cy="65229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C4EF13A4-5C99-8016-392C-69FC41D98299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227751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Headline</a:t>
            </a:r>
            <a:endParaRPr lang="en-US" noProof="0" dirty="0"/>
          </a:p>
        </p:txBody>
      </p:sp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0C4B51E9-E6D2-0CA4-8A93-3604688191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926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 text fields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1">
            <a:extLst>
              <a:ext uri="{FF2B5EF4-FFF2-40B4-BE49-F238E27FC236}">
                <a16:creationId xmlns:a16="http://schemas.microsoft.com/office/drawing/2014/main" id="{04046D22-0D14-8B07-BF4A-A72FF2BB545D}"/>
              </a:ext>
            </a:extLst>
          </p:cNvPr>
          <p:cNvSpPr/>
          <p:nvPr userDrawn="1"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Abgerundetes Rechteck 38">
            <a:extLst>
              <a:ext uri="{FF2B5EF4-FFF2-40B4-BE49-F238E27FC236}">
                <a16:creationId xmlns:a16="http://schemas.microsoft.com/office/drawing/2014/main" id="{A403CC7A-F4D2-5629-CDC3-08E18A686C23}"/>
              </a:ext>
            </a:extLst>
          </p:cNvPr>
          <p:cNvSpPr/>
          <p:nvPr userDrawn="1"/>
        </p:nvSpPr>
        <p:spPr>
          <a:xfrm>
            <a:off x="4248246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Abgerundetes Rechteck 39">
            <a:extLst>
              <a:ext uri="{FF2B5EF4-FFF2-40B4-BE49-F238E27FC236}">
                <a16:creationId xmlns:a16="http://schemas.microsoft.com/office/drawing/2014/main" id="{1707A0EC-496D-7AA0-D07F-F4C99833832D}"/>
              </a:ext>
            </a:extLst>
          </p:cNvPr>
          <p:cNvSpPr/>
          <p:nvPr userDrawn="1"/>
        </p:nvSpPr>
        <p:spPr>
          <a:xfrm>
            <a:off x="8096254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9976A064-2A8F-E7E0-F152-B0AE9F9396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7647" y="1998680"/>
            <a:ext cx="3040970" cy="531446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noProof="0" dirty="0"/>
              <a:t>Headline</a:t>
            </a:r>
          </a:p>
        </p:txBody>
      </p:sp>
      <p:sp>
        <p:nvSpPr>
          <p:cNvPr id="38" name="Bildplatzhalter 37">
            <a:extLst>
              <a:ext uri="{FF2B5EF4-FFF2-40B4-BE49-F238E27FC236}">
                <a16:creationId xmlns:a16="http://schemas.microsoft.com/office/drawing/2014/main" id="{113A6A42-4D53-73E2-BC4D-36E0A3C552AB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1565932" y="2759653"/>
            <a:ext cx="1364400" cy="13644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39" name="Abgerundetes Rechteck 38">
            <a:extLst>
              <a:ext uri="{FF2B5EF4-FFF2-40B4-BE49-F238E27FC236}">
                <a16:creationId xmlns:a16="http://schemas.microsoft.com/office/drawing/2014/main" id="{81578355-0D9B-64FA-E4CE-98AD72ED456C}"/>
              </a:ext>
            </a:extLst>
          </p:cNvPr>
          <p:cNvSpPr/>
          <p:nvPr/>
        </p:nvSpPr>
        <p:spPr>
          <a:xfrm>
            <a:off x="4248246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Abgerundetes Rechteck 39">
            <a:extLst>
              <a:ext uri="{FF2B5EF4-FFF2-40B4-BE49-F238E27FC236}">
                <a16:creationId xmlns:a16="http://schemas.microsoft.com/office/drawing/2014/main" id="{7A244AA8-1DFA-A55B-5B2F-10E5D6A09F96}"/>
              </a:ext>
            </a:extLst>
          </p:cNvPr>
          <p:cNvSpPr/>
          <p:nvPr/>
        </p:nvSpPr>
        <p:spPr>
          <a:xfrm>
            <a:off x="8096254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1" name="Textplatzhalter 13">
            <a:extLst>
              <a:ext uri="{FF2B5EF4-FFF2-40B4-BE49-F238E27FC236}">
                <a16:creationId xmlns:a16="http://schemas.microsoft.com/office/drawing/2014/main" id="{AEC3F5D8-1649-025A-4003-9597DF65C5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5656" y="1998680"/>
            <a:ext cx="3040970" cy="531446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marL="0" marR="0" lvl="0" indent="0" algn="l" defTabSz="3600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Headline</a:t>
            </a:r>
          </a:p>
        </p:txBody>
      </p:sp>
      <p:sp>
        <p:nvSpPr>
          <p:cNvPr id="43" name="Bildplatzhalter 37">
            <a:extLst>
              <a:ext uri="{FF2B5EF4-FFF2-40B4-BE49-F238E27FC236}">
                <a16:creationId xmlns:a16="http://schemas.microsoft.com/office/drawing/2014/main" id="{636E05DD-15DE-B425-1938-A4D83B6D405C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13941" y="2759653"/>
            <a:ext cx="1364400" cy="13644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44" name="Textplatzhalter 13">
            <a:extLst>
              <a:ext uri="{FF2B5EF4-FFF2-40B4-BE49-F238E27FC236}">
                <a16:creationId xmlns:a16="http://schemas.microsoft.com/office/drawing/2014/main" id="{FB6FF847-22A1-33ED-F946-EDE59766FF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23664" y="1998680"/>
            <a:ext cx="3040970" cy="531446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marL="0" marR="0" lvl="0" indent="0" algn="l" defTabSz="3600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Headline</a:t>
            </a:r>
          </a:p>
        </p:txBody>
      </p:sp>
      <p:sp>
        <p:nvSpPr>
          <p:cNvPr id="46" name="Bildplatzhalter 37">
            <a:extLst>
              <a:ext uri="{FF2B5EF4-FFF2-40B4-BE49-F238E27FC236}">
                <a16:creationId xmlns:a16="http://schemas.microsoft.com/office/drawing/2014/main" id="{DF3DB8C4-A2A9-AC4F-EDCC-8C35D88AF034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9261949" y="2759653"/>
            <a:ext cx="1364400" cy="13644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52" name="Textplatzhalter 13">
            <a:extLst>
              <a:ext uri="{FF2B5EF4-FFF2-40B4-BE49-F238E27FC236}">
                <a16:creationId xmlns:a16="http://schemas.microsoft.com/office/drawing/2014/main" id="{303F4482-D250-E1FA-B40E-FA8EB32A35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7647" y="4581527"/>
            <a:ext cx="3040970" cy="1482389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53" name="Textplatzhalter 13">
            <a:extLst>
              <a:ext uri="{FF2B5EF4-FFF2-40B4-BE49-F238E27FC236}">
                <a16:creationId xmlns:a16="http://schemas.microsoft.com/office/drawing/2014/main" id="{05988A13-5F79-F27E-304F-93FDC16F671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75656" y="4581527"/>
            <a:ext cx="3040970" cy="1482389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54" name="Textplatzhalter 13">
            <a:extLst>
              <a:ext uri="{FF2B5EF4-FFF2-40B4-BE49-F238E27FC236}">
                <a16:creationId xmlns:a16="http://schemas.microsoft.com/office/drawing/2014/main" id="{20EDF27E-0490-3843-725F-01CE69F7E79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423664" y="4581527"/>
            <a:ext cx="3040970" cy="1482389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BC875DC4-05A9-E9E2-580F-2BEC77FDD16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52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text fields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bgerundetes Rechteck 1">
            <a:extLst>
              <a:ext uri="{FF2B5EF4-FFF2-40B4-BE49-F238E27FC236}">
                <a16:creationId xmlns:a16="http://schemas.microsoft.com/office/drawing/2014/main" id="{FC2AE4DC-CA7C-C48B-6DA8-8EEE652E475C}"/>
              </a:ext>
            </a:extLst>
          </p:cNvPr>
          <p:cNvSpPr/>
          <p:nvPr userDrawn="1"/>
        </p:nvSpPr>
        <p:spPr>
          <a:xfrm>
            <a:off x="400237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Abgerundetes Rechteck 13">
            <a:extLst>
              <a:ext uri="{FF2B5EF4-FFF2-40B4-BE49-F238E27FC236}">
                <a16:creationId xmlns:a16="http://schemas.microsoft.com/office/drawing/2014/main" id="{713257BF-BBDA-EC01-FBC6-7672D803546D}"/>
              </a:ext>
            </a:extLst>
          </p:cNvPr>
          <p:cNvSpPr/>
          <p:nvPr userDrawn="1"/>
        </p:nvSpPr>
        <p:spPr>
          <a:xfrm>
            <a:off x="3282760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Abgerundetes Rechteck 15">
            <a:extLst>
              <a:ext uri="{FF2B5EF4-FFF2-40B4-BE49-F238E27FC236}">
                <a16:creationId xmlns:a16="http://schemas.microsoft.com/office/drawing/2014/main" id="{19C22D00-107B-F0BB-80EC-A26136003B45}"/>
              </a:ext>
            </a:extLst>
          </p:cNvPr>
          <p:cNvSpPr/>
          <p:nvPr userDrawn="1"/>
        </p:nvSpPr>
        <p:spPr>
          <a:xfrm>
            <a:off x="6165283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Abgerundetes Rechteck 16">
            <a:extLst>
              <a:ext uri="{FF2B5EF4-FFF2-40B4-BE49-F238E27FC236}">
                <a16:creationId xmlns:a16="http://schemas.microsoft.com/office/drawing/2014/main" id="{D693B120-A0FA-296B-B49E-67F38B6F8A7F}"/>
              </a:ext>
            </a:extLst>
          </p:cNvPr>
          <p:cNvSpPr/>
          <p:nvPr userDrawn="1"/>
        </p:nvSpPr>
        <p:spPr>
          <a:xfrm>
            <a:off x="9047806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7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E27F0588-B76F-0929-F2B5-7626FA998126}"/>
              </a:ext>
            </a:extLst>
          </p:cNvPr>
          <p:cNvSpPr/>
          <p:nvPr/>
        </p:nvSpPr>
        <p:spPr>
          <a:xfrm>
            <a:off x="3282760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110989CA-36BC-7174-C2B9-35694DD6BD8F}"/>
              </a:ext>
            </a:extLst>
          </p:cNvPr>
          <p:cNvSpPr/>
          <p:nvPr/>
        </p:nvSpPr>
        <p:spPr>
          <a:xfrm>
            <a:off x="6165283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5CA9B1EA-EE91-33A7-1B0E-507FD449EEAC}"/>
              </a:ext>
            </a:extLst>
          </p:cNvPr>
          <p:cNvSpPr/>
          <p:nvPr/>
        </p:nvSpPr>
        <p:spPr>
          <a:xfrm>
            <a:off x="9047806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Inhaltsplatzhalter 10">
            <a:extLst>
              <a:ext uri="{FF2B5EF4-FFF2-40B4-BE49-F238E27FC236}">
                <a16:creationId xmlns:a16="http://schemas.microsoft.com/office/drawing/2014/main" id="{3FEA1ED8-F676-3F0D-75B7-041257DA17F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27646" y="2828925"/>
            <a:ext cx="2089420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 or object</a:t>
            </a:r>
          </a:p>
        </p:txBody>
      </p:sp>
      <p:sp>
        <p:nvSpPr>
          <p:cNvPr id="20" name="Bildplatzhalter 37">
            <a:extLst>
              <a:ext uri="{FF2B5EF4-FFF2-40B4-BE49-F238E27FC236}">
                <a16:creationId xmlns:a16="http://schemas.microsoft.com/office/drawing/2014/main" id="{30BBDD4E-1C1A-4781-E0C3-D7B0AE2F4A4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27646" y="2080194"/>
            <a:ext cx="652290" cy="65229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23" name="Inhaltsplatzhalter 10">
            <a:extLst>
              <a:ext uri="{FF2B5EF4-FFF2-40B4-BE49-F238E27FC236}">
                <a16:creationId xmlns:a16="http://schemas.microsoft.com/office/drawing/2014/main" id="{B939B316-EE01-FB4F-ADFA-896C9B7EB62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3604662" y="2828925"/>
            <a:ext cx="2089420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 or object</a:t>
            </a:r>
          </a:p>
        </p:txBody>
      </p:sp>
      <p:sp>
        <p:nvSpPr>
          <p:cNvPr id="24" name="Bildplatzhalter 37">
            <a:extLst>
              <a:ext uri="{FF2B5EF4-FFF2-40B4-BE49-F238E27FC236}">
                <a16:creationId xmlns:a16="http://schemas.microsoft.com/office/drawing/2014/main" id="{8CE21DA3-6E86-D205-58B7-36B68B4A55E6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3604662" y="2080194"/>
            <a:ext cx="652290" cy="65229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1D20FBCE-987E-AFA8-86E9-BE4FA50D7C2B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6481676" y="2828925"/>
            <a:ext cx="2089420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 or object</a:t>
            </a:r>
          </a:p>
        </p:txBody>
      </p:sp>
      <p:sp>
        <p:nvSpPr>
          <p:cNvPr id="27" name="Bildplatzhalter 37">
            <a:extLst>
              <a:ext uri="{FF2B5EF4-FFF2-40B4-BE49-F238E27FC236}">
                <a16:creationId xmlns:a16="http://schemas.microsoft.com/office/drawing/2014/main" id="{5367A017-7A95-B462-6C15-A16C1F9931F9}"/>
              </a:ext>
            </a:extLst>
          </p:cNvPr>
          <p:cNvSpPr>
            <a:spLocks noGrp="1" noChangeAspect="1"/>
          </p:cNvSpPr>
          <p:nvPr>
            <p:ph type="pic" sz="quarter" idx="38" hasCustomPrompt="1"/>
          </p:nvPr>
        </p:nvSpPr>
        <p:spPr>
          <a:xfrm>
            <a:off x="6481676" y="2080194"/>
            <a:ext cx="652290" cy="65229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1E28899B-C574-A9A5-6843-9939078CBC67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9374934" y="2828925"/>
            <a:ext cx="2089420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 or object</a:t>
            </a:r>
          </a:p>
        </p:txBody>
      </p:sp>
      <p:sp>
        <p:nvSpPr>
          <p:cNvPr id="30" name="Bildplatzhalter 37">
            <a:extLst>
              <a:ext uri="{FF2B5EF4-FFF2-40B4-BE49-F238E27FC236}">
                <a16:creationId xmlns:a16="http://schemas.microsoft.com/office/drawing/2014/main" id="{DC7E724F-17DD-AD89-445D-9086DD27E8F0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9374934" y="2080194"/>
            <a:ext cx="652290" cy="65229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3DBFFA5C-5214-6B5B-8522-6621355317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815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 fields 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bgerundetes Rechteck 1">
            <a:extLst>
              <a:ext uri="{FF2B5EF4-FFF2-40B4-BE49-F238E27FC236}">
                <a16:creationId xmlns:a16="http://schemas.microsoft.com/office/drawing/2014/main" id="{02A2FE73-F30F-4A23-4A2C-F8C260B4D960}"/>
              </a:ext>
            </a:extLst>
          </p:cNvPr>
          <p:cNvSpPr/>
          <p:nvPr userDrawn="1"/>
        </p:nvSpPr>
        <p:spPr>
          <a:xfrm>
            <a:off x="4939990" y="3670789"/>
            <a:ext cx="6852054" cy="2580786"/>
          </a:xfrm>
          <a:prstGeom prst="roundRect">
            <a:avLst>
              <a:gd name="adj" fmla="val 488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Abgerundetes Rechteck 6">
            <a:extLst>
              <a:ext uri="{FF2B5EF4-FFF2-40B4-BE49-F238E27FC236}">
                <a16:creationId xmlns:a16="http://schemas.microsoft.com/office/drawing/2014/main" id="{4E1689A9-5DE4-DE1A-68D0-442E1A719FFE}"/>
              </a:ext>
            </a:extLst>
          </p:cNvPr>
          <p:cNvSpPr/>
          <p:nvPr userDrawn="1"/>
        </p:nvSpPr>
        <p:spPr>
          <a:xfrm>
            <a:off x="4939990" y="951996"/>
            <a:ext cx="6852054" cy="2580786"/>
          </a:xfrm>
          <a:prstGeom prst="roundRect">
            <a:avLst>
              <a:gd name="adj" fmla="val 488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6" y="951996"/>
            <a:ext cx="4213626" cy="5059102"/>
          </a:xfr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D981929E-1AF1-D477-F72F-9CD0F2B0F86A}"/>
              </a:ext>
            </a:extLst>
          </p:cNvPr>
          <p:cNvSpPr/>
          <p:nvPr/>
        </p:nvSpPr>
        <p:spPr>
          <a:xfrm>
            <a:off x="4939990" y="3670789"/>
            <a:ext cx="6852054" cy="2580786"/>
          </a:xfrm>
          <a:prstGeom prst="roundRect">
            <a:avLst>
              <a:gd name="adj" fmla="val 488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FD6820DF-53EF-F356-39EF-8AD5082150AD}"/>
              </a:ext>
            </a:extLst>
          </p:cNvPr>
          <p:cNvSpPr/>
          <p:nvPr/>
        </p:nvSpPr>
        <p:spPr>
          <a:xfrm>
            <a:off x="4939990" y="951996"/>
            <a:ext cx="6852054" cy="2580786"/>
          </a:xfrm>
          <a:prstGeom prst="roundRect">
            <a:avLst>
              <a:gd name="adj" fmla="val 488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Bildplatzhalter 37">
            <a:extLst>
              <a:ext uri="{FF2B5EF4-FFF2-40B4-BE49-F238E27FC236}">
                <a16:creationId xmlns:a16="http://schemas.microsoft.com/office/drawing/2014/main" id="{F96A69E8-284D-ABA5-C1D1-35132EBD5F9E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5319132" y="3939997"/>
            <a:ext cx="608790" cy="60879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68370172-26C6-EB15-4625-FE03AF21D06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19132" y="4643781"/>
            <a:ext cx="6093770" cy="1288314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11" name="Bildplatzhalter 37">
            <a:extLst>
              <a:ext uri="{FF2B5EF4-FFF2-40B4-BE49-F238E27FC236}">
                <a16:creationId xmlns:a16="http://schemas.microsoft.com/office/drawing/2014/main" id="{68CFFA9D-5591-36F8-20A0-2B3E159B64CF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319132" y="1219768"/>
            <a:ext cx="608790" cy="60879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3EDB265B-A54B-425D-9883-77516718C4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19132" y="1923552"/>
            <a:ext cx="6093770" cy="1288314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11480D25-8D11-B976-A4E4-7A6D521B0E3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096000" y="1219767"/>
            <a:ext cx="5316902" cy="6087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FD075AAC-97DC-5DB0-496D-440B26B368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096000" y="3939997"/>
            <a:ext cx="5316902" cy="6087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Headline</a:t>
            </a:r>
            <a:endParaRPr lang="en-US" noProof="0" dirty="0"/>
          </a:p>
        </p:txBody>
      </p:sp>
      <p:pic>
        <p:nvPicPr>
          <p:cNvPr id="9" name="Grafik 8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2D27ACB6-A00F-7730-7F0F-89CE080357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087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  <p15:guide id="3" pos="3114" userDrawn="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text fields 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15">
            <a:extLst>
              <a:ext uri="{FF2B5EF4-FFF2-40B4-BE49-F238E27FC236}">
                <a16:creationId xmlns:a16="http://schemas.microsoft.com/office/drawing/2014/main" id="{7A2B8D1E-BBED-7ABD-9340-6B3E0B4C7DFF}"/>
              </a:ext>
            </a:extLst>
          </p:cNvPr>
          <p:cNvSpPr/>
          <p:nvPr userDrawn="1"/>
        </p:nvSpPr>
        <p:spPr>
          <a:xfrm>
            <a:off x="4939990" y="951996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Abgerundetes Rechteck 17">
            <a:extLst>
              <a:ext uri="{FF2B5EF4-FFF2-40B4-BE49-F238E27FC236}">
                <a16:creationId xmlns:a16="http://schemas.microsoft.com/office/drawing/2014/main" id="{498830A6-7357-EF51-217F-9A057E32569F}"/>
              </a:ext>
            </a:extLst>
          </p:cNvPr>
          <p:cNvSpPr/>
          <p:nvPr userDrawn="1"/>
        </p:nvSpPr>
        <p:spPr>
          <a:xfrm>
            <a:off x="4939990" y="2763170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Abgerundetes Rechteck 18">
            <a:extLst>
              <a:ext uri="{FF2B5EF4-FFF2-40B4-BE49-F238E27FC236}">
                <a16:creationId xmlns:a16="http://schemas.microsoft.com/office/drawing/2014/main" id="{A4B8D842-1B59-8F6A-2340-BDA3CCF42EF6}"/>
              </a:ext>
            </a:extLst>
          </p:cNvPr>
          <p:cNvSpPr/>
          <p:nvPr userDrawn="1"/>
        </p:nvSpPr>
        <p:spPr>
          <a:xfrm>
            <a:off x="4939990" y="4574344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6" y="951996"/>
            <a:ext cx="4213626" cy="5059102"/>
          </a:xfr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09724CC2-630E-C3D2-8E09-99D4A3B7A97C}"/>
              </a:ext>
            </a:extLst>
          </p:cNvPr>
          <p:cNvSpPr/>
          <p:nvPr/>
        </p:nvSpPr>
        <p:spPr>
          <a:xfrm>
            <a:off x="4939990" y="951996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FA983A3D-3C0F-4982-470F-5F75D9ADA35D}"/>
              </a:ext>
            </a:extLst>
          </p:cNvPr>
          <p:cNvSpPr/>
          <p:nvPr/>
        </p:nvSpPr>
        <p:spPr>
          <a:xfrm>
            <a:off x="4939990" y="2763170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Abgerundetes Rechteck 18">
            <a:extLst>
              <a:ext uri="{FF2B5EF4-FFF2-40B4-BE49-F238E27FC236}">
                <a16:creationId xmlns:a16="http://schemas.microsoft.com/office/drawing/2014/main" id="{712D37C9-6B9F-F361-16EB-A97ACAC59389}"/>
              </a:ext>
            </a:extLst>
          </p:cNvPr>
          <p:cNvSpPr/>
          <p:nvPr/>
        </p:nvSpPr>
        <p:spPr>
          <a:xfrm>
            <a:off x="4939990" y="4574344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Bildplatzhalter 37">
            <a:extLst>
              <a:ext uri="{FF2B5EF4-FFF2-40B4-BE49-F238E27FC236}">
                <a16:creationId xmlns:a16="http://schemas.microsoft.com/office/drawing/2014/main" id="{9338BC26-263C-A75F-429A-184C7F36FBA9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251976" y="1402968"/>
            <a:ext cx="775287" cy="775287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00987232-8269-B6AC-4688-9FCC3D0518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05796" y="1183111"/>
            <a:ext cx="5107105" cy="1215000"/>
          </a:xfrm>
        </p:spPr>
        <p:txBody>
          <a:bodyPr anchor="ctr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5" name="Bildplatzhalter 37">
            <a:extLst>
              <a:ext uri="{FF2B5EF4-FFF2-40B4-BE49-F238E27FC236}">
                <a16:creationId xmlns:a16="http://schemas.microsoft.com/office/drawing/2014/main" id="{00270957-B142-157F-46F3-4F0CD441AA9C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5251976" y="3214142"/>
            <a:ext cx="775287" cy="775287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ECC66C8F-655D-19E9-6076-E8E1982C4C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05796" y="2994285"/>
            <a:ext cx="5107105" cy="1215000"/>
          </a:xfrm>
        </p:spPr>
        <p:txBody>
          <a:bodyPr anchor="ctr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7" name="Bildplatzhalter 37">
            <a:extLst>
              <a:ext uri="{FF2B5EF4-FFF2-40B4-BE49-F238E27FC236}">
                <a16:creationId xmlns:a16="http://schemas.microsoft.com/office/drawing/2014/main" id="{75A17EE7-402A-0A57-5431-1CCBC8E04AA4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5251976" y="5025316"/>
            <a:ext cx="775287" cy="775287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28" name="Textplatzhalter 13">
            <a:extLst>
              <a:ext uri="{FF2B5EF4-FFF2-40B4-BE49-F238E27FC236}">
                <a16:creationId xmlns:a16="http://schemas.microsoft.com/office/drawing/2014/main" id="{136AC140-2EC2-3725-274D-DA4CB3780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05796" y="4805459"/>
            <a:ext cx="5107105" cy="1215000"/>
          </a:xfrm>
        </p:spPr>
        <p:txBody>
          <a:bodyPr anchor="ctr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pic>
        <p:nvPicPr>
          <p:cNvPr id="2" name="Grafik 1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136E28D1-797B-DDA7-FC78-25842CACBD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430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  <p15:guide id="3" pos="3114" userDrawn="1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text fields 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13">
            <a:extLst>
              <a:ext uri="{FF2B5EF4-FFF2-40B4-BE49-F238E27FC236}">
                <a16:creationId xmlns:a16="http://schemas.microsoft.com/office/drawing/2014/main" id="{54559012-AF96-A70A-BC2C-7EA6593556D4}"/>
              </a:ext>
            </a:extLst>
          </p:cNvPr>
          <p:cNvSpPr/>
          <p:nvPr userDrawn="1"/>
        </p:nvSpPr>
        <p:spPr>
          <a:xfrm>
            <a:off x="4939990" y="951997"/>
            <a:ext cx="6852054" cy="1216079"/>
          </a:xfrm>
          <a:prstGeom prst="roundRect">
            <a:avLst>
              <a:gd name="adj" fmla="val 1036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Abgerundetes Rechteck 19">
            <a:extLst>
              <a:ext uri="{FF2B5EF4-FFF2-40B4-BE49-F238E27FC236}">
                <a16:creationId xmlns:a16="http://schemas.microsoft.com/office/drawing/2014/main" id="{55161780-3B49-1748-5F42-C0EFC94CE527}"/>
              </a:ext>
            </a:extLst>
          </p:cNvPr>
          <p:cNvSpPr/>
          <p:nvPr userDrawn="1"/>
        </p:nvSpPr>
        <p:spPr>
          <a:xfrm>
            <a:off x="4939990" y="2313162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Abgerundetes Rechteck 22">
            <a:extLst>
              <a:ext uri="{FF2B5EF4-FFF2-40B4-BE49-F238E27FC236}">
                <a16:creationId xmlns:a16="http://schemas.microsoft.com/office/drawing/2014/main" id="{B7E47965-AD3C-F07F-4955-592ACC52FF0E}"/>
              </a:ext>
            </a:extLst>
          </p:cNvPr>
          <p:cNvSpPr/>
          <p:nvPr userDrawn="1"/>
        </p:nvSpPr>
        <p:spPr>
          <a:xfrm>
            <a:off x="4939990" y="3674328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Abgerundetes Rechteck 28">
            <a:extLst>
              <a:ext uri="{FF2B5EF4-FFF2-40B4-BE49-F238E27FC236}">
                <a16:creationId xmlns:a16="http://schemas.microsoft.com/office/drawing/2014/main" id="{19EA2958-27B1-D7EC-EC50-9D6AF36FDBF5}"/>
              </a:ext>
            </a:extLst>
          </p:cNvPr>
          <p:cNvSpPr/>
          <p:nvPr userDrawn="1"/>
        </p:nvSpPr>
        <p:spPr>
          <a:xfrm>
            <a:off x="4939990" y="5035495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6" y="951996"/>
            <a:ext cx="4213626" cy="5059102"/>
          </a:xfr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1361D3DF-0409-31F4-511A-50F15095A109}"/>
              </a:ext>
            </a:extLst>
          </p:cNvPr>
          <p:cNvSpPr/>
          <p:nvPr/>
        </p:nvSpPr>
        <p:spPr>
          <a:xfrm>
            <a:off x="4939990" y="951997"/>
            <a:ext cx="6852054" cy="1216079"/>
          </a:xfrm>
          <a:prstGeom prst="roundRect">
            <a:avLst>
              <a:gd name="adj" fmla="val 1036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Abgerundetes Rechteck 19">
            <a:extLst>
              <a:ext uri="{FF2B5EF4-FFF2-40B4-BE49-F238E27FC236}">
                <a16:creationId xmlns:a16="http://schemas.microsoft.com/office/drawing/2014/main" id="{ECCF9394-0163-A7E9-EAEA-32A97CF5FB89}"/>
              </a:ext>
            </a:extLst>
          </p:cNvPr>
          <p:cNvSpPr/>
          <p:nvPr/>
        </p:nvSpPr>
        <p:spPr>
          <a:xfrm>
            <a:off x="4939990" y="2313162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Abgerundetes Rechteck 22">
            <a:extLst>
              <a:ext uri="{FF2B5EF4-FFF2-40B4-BE49-F238E27FC236}">
                <a16:creationId xmlns:a16="http://schemas.microsoft.com/office/drawing/2014/main" id="{52208270-45A0-81D4-60DF-2570916321A1}"/>
              </a:ext>
            </a:extLst>
          </p:cNvPr>
          <p:cNvSpPr/>
          <p:nvPr/>
        </p:nvSpPr>
        <p:spPr>
          <a:xfrm>
            <a:off x="4939990" y="3674328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68932B5F-2BCC-6748-2CE2-D66C73F5BEE1}"/>
              </a:ext>
            </a:extLst>
          </p:cNvPr>
          <p:cNvSpPr/>
          <p:nvPr/>
        </p:nvSpPr>
        <p:spPr>
          <a:xfrm>
            <a:off x="4939990" y="5035495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Bildplatzhalter 37">
            <a:extLst>
              <a:ext uri="{FF2B5EF4-FFF2-40B4-BE49-F238E27FC236}">
                <a16:creationId xmlns:a16="http://schemas.microsoft.com/office/drawing/2014/main" id="{A73CC244-3CCF-951A-B5BE-D0288D9D44B9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251976" y="1172393"/>
            <a:ext cx="775287" cy="775287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32" name="Textplatzhalter 13">
            <a:extLst>
              <a:ext uri="{FF2B5EF4-FFF2-40B4-BE49-F238E27FC236}">
                <a16:creationId xmlns:a16="http://schemas.microsoft.com/office/drawing/2014/main" id="{B133B753-5BF3-E7BE-03E5-D5FB3E9B66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05796" y="1062464"/>
            <a:ext cx="5107105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33" name="Bildplatzhalter 37">
            <a:extLst>
              <a:ext uri="{FF2B5EF4-FFF2-40B4-BE49-F238E27FC236}">
                <a16:creationId xmlns:a16="http://schemas.microsoft.com/office/drawing/2014/main" id="{F8D6AD81-DA06-2F2B-3F7B-5628DF842260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5251976" y="2533559"/>
            <a:ext cx="775287" cy="775287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34" name="Textplatzhalter 13">
            <a:extLst>
              <a:ext uri="{FF2B5EF4-FFF2-40B4-BE49-F238E27FC236}">
                <a16:creationId xmlns:a16="http://schemas.microsoft.com/office/drawing/2014/main" id="{72551A18-AC16-7FA8-C1D4-36CF78EB8D9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05796" y="2423630"/>
            <a:ext cx="5107105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35" name="Bildplatzhalter 37">
            <a:extLst>
              <a:ext uri="{FF2B5EF4-FFF2-40B4-BE49-F238E27FC236}">
                <a16:creationId xmlns:a16="http://schemas.microsoft.com/office/drawing/2014/main" id="{235C9175-033B-F560-2EDA-873B5D75811D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5251976" y="3894725"/>
            <a:ext cx="775287" cy="775287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36" name="Textplatzhalter 13">
            <a:extLst>
              <a:ext uri="{FF2B5EF4-FFF2-40B4-BE49-F238E27FC236}">
                <a16:creationId xmlns:a16="http://schemas.microsoft.com/office/drawing/2014/main" id="{97A6E2C2-5B8C-3BFF-370C-51129E7B2ED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05796" y="3784796"/>
            <a:ext cx="5107105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37" name="Bildplatzhalter 37">
            <a:extLst>
              <a:ext uri="{FF2B5EF4-FFF2-40B4-BE49-F238E27FC236}">
                <a16:creationId xmlns:a16="http://schemas.microsoft.com/office/drawing/2014/main" id="{B196AA35-1B37-6500-24D1-439FA12FE1A6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5251976" y="5255892"/>
            <a:ext cx="775287" cy="775287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38" name="Textplatzhalter 13">
            <a:extLst>
              <a:ext uri="{FF2B5EF4-FFF2-40B4-BE49-F238E27FC236}">
                <a16:creationId xmlns:a16="http://schemas.microsoft.com/office/drawing/2014/main" id="{3451E5F4-58B2-5C86-629A-3A1F726AE4A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05796" y="5145963"/>
            <a:ext cx="5107105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pic>
        <p:nvPicPr>
          <p:cNvPr id="2" name="Grafik 1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D35DDB6E-518F-04D6-F687-9271812D89C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71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  <p15:guide id="3" pos="3114" userDrawn="1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text fields right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6">
            <a:extLst>
              <a:ext uri="{FF2B5EF4-FFF2-40B4-BE49-F238E27FC236}">
                <a16:creationId xmlns:a16="http://schemas.microsoft.com/office/drawing/2014/main" id="{22D59DC1-6B80-3719-6A66-4B3DA08CF1AA}"/>
              </a:ext>
            </a:extLst>
          </p:cNvPr>
          <p:cNvSpPr/>
          <p:nvPr userDrawn="1"/>
        </p:nvSpPr>
        <p:spPr>
          <a:xfrm>
            <a:off x="4939990" y="951996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Abgerundetes Rechteck 21">
            <a:extLst>
              <a:ext uri="{FF2B5EF4-FFF2-40B4-BE49-F238E27FC236}">
                <a16:creationId xmlns:a16="http://schemas.microsoft.com/office/drawing/2014/main" id="{2198FB8E-9110-4E41-0D1D-597AC929919A}"/>
              </a:ext>
            </a:extLst>
          </p:cNvPr>
          <p:cNvSpPr/>
          <p:nvPr userDrawn="1"/>
        </p:nvSpPr>
        <p:spPr>
          <a:xfrm>
            <a:off x="8433037" y="951996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Abgerundetes Rechteck 26">
            <a:extLst>
              <a:ext uri="{FF2B5EF4-FFF2-40B4-BE49-F238E27FC236}">
                <a16:creationId xmlns:a16="http://schemas.microsoft.com/office/drawing/2014/main" id="{07518F85-2F4B-5D7A-9C1F-61945F25A38C}"/>
              </a:ext>
            </a:extLst>
          </p:cNvPr>
          <p:cNvSpPr/>
          <p:nvPr userDrawn="1"/>
        </p:nvSpPr>
        <p:spPr>
          <a:xfrm>
            <a:off x="4939990" y="2763170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Abgerundetes Rechteck 27">
            <a:extLst>
              <a:ext uri="{FF2B5EF4-FFF2-40B4-BE49-F238E27FC236}">
                <a16:creationId xmlns:a16="http://schemas.microsoft.com/office/drawing/2014/main" id="{4899BEEE-C816-E9E6-6893-65AE5931BFAA}"/>
              </a:ext>
            </a:extLst>
          </p:cNvPr>
          <p:cNvSpPr/>
          <p:nvPr userDrawn="1"/>
        </p:nvSpPr>
        <p:spPr>
          <a:xfrm>
            <a:off x="8433037" y="2763170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Abgerundetes Rechteck 38">
            <a:extLst>
              <a:ext uri="{FF2B5EF4-FFF2-40B4-BE49-F238E27FC236}">
                <a16:creationId xmlns:a16="http://schemas.microsoft.com/office/drawing/2014/main" id="{F7128E0E-124C-195D-1B45-0D37728761C3}"/>
              </a:ext>
            </a:extLst>
          </p:cNvPr>
          <p:cNvSpPr/>
          <p:nvPr userDrawn="1"/>
        </p:nvSpPr>
        <p:spPr>
          <a:xfrm>
            <a:off x="4939990" y="4574344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Abgerundetes Rechteck 39">
            <a:extLst>
              <a:ext uri="{FF2B5EF4-FFF2-40B4-BE49-F238E27FC236}">
                <a16:creationId xmlns:a16="http://schemas.microsoft.com/office/drawing/2014/main" id="{781744AE-A7CC-2C1D-739D-AF3A86224E04}"/>
              </a:ext>
            </a:extLst>
          </p:cNvPr>
          <p:cNvSpPr/>
          <p:nvPr userDrawn="1"/>
        </p:nvSpPr>
        <p:spPr>
          <a:xfrm>
            <a:off x="8433037" y="4574344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E9BE19EC-E653-F841-5F40-4E039463519F}"/>
              </a:ext>
            </a:extLst>
          </p:cNvPr>
          <p:cNvSpPr/>
          <p:nvPr/>
        </p:nvSpPr>
        <p:spPr>
          <a:xfrm>
            <a:off x="4939990" y="951996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077EA993-CB27-A051-F30D-5843EDB2C212}"/>
              </a:ext>
            </a:extLst>
          </p:cNvPr>
          <p:cNvSpPr/>
          <p:nvPr/>
        </p:nvSpPr>
        <p:spPr>
          <a:xfrm>
            <a:off x="8433037" y="951996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Abgerundetes Rechteck 26">
            <a:extLst>
              <a:ext uri="{FF2B5EF4-FFF2-40B4-BE49-F238E27FC236}">
                <a16:creationId xmlns:a16="http://schemas.microsoft.com/office/drawing/2014/main" id="{85947807-0CDE-6A94-ECEA-D8A11FA067B7}"/>
              </a:ext>
            </a:extLst>
          </p:cNvPr>
          <p:cNvSpPr/>
          <p:nvPr/>
        </p:nvSpPr>
        <p:spPr>
          <a:xfrm>
            <a:off x="4939990" y="2763170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Abgerundetes Rechteck 27">
            <a:extLst>
              <a:ext uri="{FF2B5EF4-FFF2-40B4-BE49-F238E27FC236}">
                <a16:creationId xmlns:a16="http://schemas.microsoft.com/office/drawing/2014/main" id="{B92CBB7B-A7F7-4E2F-6528-EDF2A94CE24C}"/>
              </a:ext>
            </a:extLst>
          </p:cNvPr>
          <p:cNvSpPr/>
          <p:nvPr/>
        </p:nvSpPr>
        <p:spPr>
          <a:xfrm>
            <a:off x="8433037" y="2763170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9" name="Abgerundetes Rechteck 38">
            <a:extLst>
              <a:ext uri="{FF2B5EF4-FFF2-40B4-BE49-F238E27FC236}">
                <a16:creationId xmlns:a16="http://schemas.microsoft.com/office/drawing/2014/main" id="{7E0222BA-3E43-7463-66CF-5C56731531EC}"/>
              </a:ext>
            </a:extLst>
          </p:cNvPr>
          <p:cNvSpPr/>
          <p:nvPr/>
        </p:nvSpPr>
        <p:spPr>
          <a:xfrm>
            <a:off x="4939990" y="4574344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Abgerundetes Rechteck 39">
            <a:extLst>
              <a:ext uri="{FF2B5EF4-FFF2-40B4-BE49-F238E27FC236}">
                <a16:creationId xmlns:a16="http://schemas.microsoft.com/office/drawing/2014/main" id="{21CF4A5D-938F-E767-4F02-F22EDBC368A9}"/>
              </a:ext>
            </a:extLst>
          </p:cNvPr>
          <p:cNvSpPr/>
          <p:nvPr/>
        </p:nvSpPr>
        <p:spPr>
          <a:xfrm>
            <a:off x="8433037" y="4574344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6" y="951996"/>
            <a:ext cx="4213626" cy="5059102"/>
          </a:xfr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10" name="Bildplatzhalter 37">
            <a:extLst>
              <a:ext uri="{FF2B5EF4-FFF2-40B4-BE49-F238E27FC236}">
                <a16:creationId xmlns:a16="http://schemas.microsoft.com/office/drawing/2014/main" id="{44EDACF0-3757-2110-84A2-529D8646D89E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198494" y="1140754"/>
            <a:ext cx="456097" cy="456097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69E1470D-2D03-D68F-D414-508ECD5AB1D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98494" y="1671503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42" name="Bildplatzhalter 37">
            <a:extLst>
              <a:ext uri="{FF2B5EF4-FFF2-40B4-BE49-F238E27FC236}">
                <a16:creationId xmlns:a16="http://schemas.microsoft.com/office/drawing/2014/main" id="{428DE197-4CB9-03B1-337C-40202857FB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693131" y="1140754"/>
            <a:ext cx="456097" cy="456097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43" name="Textplatzhalter 13">
            <a:extLst>
              <a:ext uri="{FF2B5EF4-FFF2-40B4-BE49-F238E27FC236}">
                <a16:creationId xmlns:a16="http://schemas.microsoft.com/office/drawing/2014/main" id="{E8CC250E-EB52-FEB2-02D4-735EEA4B537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91541" y="1671503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52" name="Bildplatzhalter 37">
            <a:extLst>
              <a:ext uri="{FF2B5EF4-FFF2-40B4-BE49-F238E27FC236}">
                <a16:creationId xmlns:a16="http://schemas.microsoft.com/office/drawing/2014/main" id="{04FBEF6F-96B3-619F-F3BE-17C9D600220D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5198494" y="2948548"/>
            <a:ext cx="456097" cy="456097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53" name="Textplatzhalter 13">
            <a:extLst>
              <a:ext uri="{FF2B5EF4-FFF2-40B4-BE49-F238E27FC236}">
                <a16:creationId xmlns:a16="http://schemas.microsoft.com/office/drawing/2014/main" id="{3395EA9B-2A12-DA88-D131-CFB699E5ABB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98494" y="3479297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54" name="Bildplatzhalter 37">
            <a:extLst>
              <a:ext uri="{FF2B5EF4-FFF2-40B4-BE49-F238E27FC236}">
                <a16:creationId xmlns:a16="http://schemas.microsoft.com/office/drawing/2014/main" id="{F09F4599-9DE7-1864-D876-958578982DE2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8693131" y="2948548"/>
            <a:ext cx="456097" cy="456097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55" name="Textplatzhalter 13">
            <a:extLst>
              <a:ext uri="{FF2B5EF4-FFF2-40B4-BE49-F238E27FC236}">
                <a16:creationId xmlns:a16="http://schemas.microsoft.com/office/drawing/2014/main" id="{02741D87-21AA-D9C9-E70F-0F071ED0339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691541" y="3479297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56" name="Bildplatzhalter 37">
            <a:extLst>
              <a:ext uri="{FF2B5EF4-FFF2-40B4-BE49-F238E27FC236}">
                <a16:creationId xmlns:a16="http://schemas.microsoft.com/office/drawing/2014/main" id="{36B13F22-A9FF-1181-6569-B3CD751F84B2}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5198494" y="4763102"/>
            <a:ext cx="456097" cy="456097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57" name="Textplatzhalter 13">
            <a:extLst>
              <a:ext uri="{FF2B5EF4-FFF2-40B4-BE49-F238E27FC236}">
                <a16:creationId xmlns:a16="http://schemas.microsoft.com/office/drawing/2014/main" id="{92ABCD8E-68F2-C6FF-D1D6-6731403D2AF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98494" y="5293851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58" name="Bildplatzhalter 37">
            <a:extLst>
              <a:ext uri="{FF2B5EF4-FFF2-40B4-BE49-F238E27FC236}">
                <a16:creationId xmlns:a16="http://schemas.microsoft.com/office/drawing/2014/main" id="{E29E569F-2F3A-0C4A-8D52-8BA3040337E9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8693131" y="4763102"/>
            <a:ext cx="456097" cy="456097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59" name="Textplatzhalter 13">
            <a:extLst>
              <a:ext uri="{FF2B5EF4-FFF2-40B4-BE49-F238E27FC236}">
                <a16:creationId xmlns:a16="http://schemas.microsoft.com/office/drawing/2014/main" id="{C4F7A4F4-B402-B3C0-EB5A-30483866E0B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691541" y="5293851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pic>
        <p:nvPicPr>
          <p:cNvPr id="9" name="Grafik 8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4FDF2673-EC5D-3F53-A1E1-42BD4CC082E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12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114" userDrawn="1">
          <p15:clr>
            <a:srgbClr val="5ACBF0"/>
          </p15:clr>
        </p15:guide>
        <p15:guide id="2" orient="horz" pos="595" userDrawn="1">
          <p15:clr>
            <a:srgbClr val="5ACBF0"/>
          </p15:clr>
        </p15:guide>
        <p15:guide id="3" orient="horz" pos="3929" userDrawn="1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4129087"/>
            <a:ext cx="11395074" cy="2122488"/>
          </a:xfrm>
        </p:spPr>
        <p:txBody>
          <a:bodyPr lIns="0" tIns="0" rIns="0" bIns="0" anchor="t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 dirty="0"/>
              <a:t>Chapter divider </a:t>
            </a: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ED17B827-B2AA-7549-0910-6B786C39AB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2857" y="786296"/>
            <a:ext cx="2499093" cy="185118"/>
          </a:xfrm>
          <a:prstGeom prst="rect">
            <a:avLst/>
          </a:prstGeom>
        </p:spPr>
      </p:pic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C601040-8DB8-D9B7-4847-0B8228D19D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6875" y="2006599"/>
            <a:ext cx="4589653" cy="2122488"/>
          </a:xfrm>
        </p:spPr>
        <p:txBody>
          <a:bodyPr anchor="b">
            <a:normAutofit/>
          </a:bodyPr>
          <a:lstStyle>
            <a:lvl1pPr marL="0" indent="0">
              <a:buNone/>
              <a:defRPr sz="8800" b="1"/>
            </a:lvl1pPr>
          </a:lstStyle>
          <a:p>
            <a:pPr lvl="0"/>
            <a:r>
              <a:rPr lang="en-US"/>
              <a:t>01</a:t>
            </a:r>
            <a:endParaRPr lang="en-US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D700417-94D9-A72B-3BD2-FD28E7C2DC15}"/>
              </a:ext>
            </a:extLst>
          </p:cNvPr>
          <p:cNvSpPr txBox="1"/>
          <p:nvPr userDrawn="1"/>
        </p:nvSpPr>
        <p:spPr>
          <a:xfrm>
            <a:off x="2722179" y="500292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3600" indent="-183600" algn="l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US" dirty="0" err="1"/>
          </a:p>
        </p:txBody>
      </p:sp>
      <p:pic>
        <p:nvPicPr>
          <p:cNvPr id="2" name="Grafik 1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1075887C-EB07-61B2-0C8A-57A59AB498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76" y="333375"/>
            <a:ext cx="2170050" cy="109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04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4129087"/>
            <a:ext cx="11395074" cy="2122488"/>
          </a:xfrm>
        </p:spPr>
        <p:txBody>
          <a:bodyPr lIns="0" tIns="0" rIns="0" bIns="0" anchor="t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 dirty="0"/>
              <a:t>Chapter divider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C601040-8DB8-D9B7-4847-0B8228D19D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6875" y="2006599"/>
            <a:ext cx="4589653" cy="2122488"/>
          </a:xfrm>
        </p:spPr>
        <p:txBody>
          <a:bodyPr anchor="b">
            <a:normAutofit/>
          </a:bodyPr>
          <a:lstStyle>
            <a:lvl1pPr marL="0" indent="0">
              <a:buNone/>
              <a:defRPr sz="8800" b="1"/>
            </a:lvl1pPr>
          </a:lstStyle>
          <a:p>
            <a:pPr lvl="0"/>
            <a:r>
              <a:rPr lang="en-US"/>
              <a:t>01</a:t>
            </a:r>
            <a:endParaRPr lang="en-US" dirty="0"/>
          </a:p>
        </p:txBody>
      </p:sp>
      <p:pic>
        <p:nvPicPr>
          <p:cNvPr id="2" name="Grafik 1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90F75D65-C2FF-0C9E-869F-9AFBC49526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76" y="333375"/>
            <a:ext cx="2170050" cy="109150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E7BE77A-10B0-5CF0-DF0B-C79B66186E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4651" y="785229"/>
            <a:ext cx="2164400" cy="18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557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_white 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E8CA517-7F97-42DE-AC97-3D88E583B7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2857" y="786296"/>
            <a:ext cx="2499093" cy="185118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77372C20-9736-171D-DD9F-1E43278730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4129087"/>
            <a:ext cx="11395074" cy="2122488"/>
          </a:xfrm>
        </p:spPr>
        <p:txBody>
          <a:bodyPr lIns="0" tIns="0" rIns="0" bIns="0" anchor="t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 dirty="0"/>
              <a:t>Chapter divider </a:t>
            </a:r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92026138-5FB3-C71F-B27E-54B00A5C03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6875" y="2006599"/>
            <a:ext cx="4589653" cy="2122488"/>
          </a:xfrm>
        </p:spPr>
        <p:txBody>
          <a:bodyPr anchor="b">
            <a:normAutofit/>
          </a:bodyPr>
          <a:lstStyle>
            <a:lvl1pPr marL="0" indent="0">
              <a:buNone/>
              <a:defRPr sz="8800" b="1"/>
            </a:lvl1pPr>
          </a:lstStyle>
          <a:p>
            <a:pPr lvl="0"/>
            <a:r>
              <a:rPr lang="en-US"/>
              <a:t>01</a:t>
            </a:r>
            <a:endParaRPr lang="en-US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B592C8E-9A74-5CD1-CF1F-D4FB79BC43FE}"/>
              </a:ext>
            </a:extLst>
          </p:cNvPr>
          <p:cNvSpPr txBox="1"/>
          <p:nvPr userDrawn="1"/>
        </p:nvSpPr>
        <p:spPr>
          <a:xfrm>
            <a:off x="7703127" y="-70658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3600" indent="-183600" algn="l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US" dirty="0" err="1"/>
          </a:p>
        </p:txBody>
      </p:sp>
      <p:pic>
        <p:nvPicPr>
          <p:cNvPr id="2" name="Grafik 1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95126A8A-9356-2B77-77F3-1D9B869C9AD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76" y="333375"/>
            <a:ext cx="2170050" cy="109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9823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77372C20-9736-171D-DD9F-1E43278730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4129087"/>
            <a:ext cx="11395074" cy="2122488"/>
          </a:xfrm>
        </p:spPr>
        <p:txBody>
          <a:bodyPr lIns="0" tIns="0" rIns="0" bIns="0" anchor="t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 dirty="0"/>
              <a:t>Chapter divider </a:t>
            </a:r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92026138-5FB3-C71F-B27E-54B00A5C03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6875" y="2006599"/>
            <a:ext cx="4589653" cy="2122488"/>
          </a:xfrm>
        </p:spPr>
        <p:txBody>
          <a:bodyPr anchor="b">
            <a:normAutofit/>
          </a:bodyPr>
          <a:lstStyle>
            <a:lvl1pPr marL="0" indent="0">
              <a:buNone/>
              <a:defRPr sz="8800" b="1"/>
            </a:lvl1pPr>
          </a:lstStyle>
          <a:p>
            <a:pPr lvl="0"/>
            <a:r>
              <a:rPr lang="en-US"/>
              <a:t>01</a:t>
            </a:r>
            <a:endParaRPr lang="en-US" dirty="0"/>
          </a:p>
        </p:txBody>
      </p:sp>
      <p:pic>
        <p:nvPicPr>
          <p:cNvPr id="2" name="Grafik 1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783F78BC-41A7-BD24-1072-771D30FBA8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76" y="333375"/>
            <a:ext cx="2170050" cy="109150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7C25601-549E-259D-B0BA-3E85E17D86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4651" y="785229"/>
            <a:ext cx="2164400" cy="18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35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 boxes + 2 imag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bgerundetes Rechteck 1">
            <a:extLst>
              <a:ext uri="{FF2B5EF4-FFF2-40B4-BE49-F238E27FC236}">
                <a16:creationId xmlns:a16="http://schemas.microsoft.com/office/drawing/2014/main" id="{E78E1706-383F-A725-0E64-3F6F03B1A3D7}"/>
              </a:ext>
            </a:extLst>
          </p:cNvPr>
          <p:cNvSpPr/>
          <p:nvPr userDrawn="1"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Abgerundetes Rechteck 9">
            <a:extLst>
              <a:ext uri="{FF2B5EF4-FFF2-40B4-BE49-F238E27FC236}">
                <a16:creationId xmlns:a16="http://schemas.microsoft.com/office/drawing/2014/main" id="{22E6FAB8-50F4-E052-B0AD-BFD8D58639D8}"/>
              </a:ext>
            </a:extLst>
          </p:cNvPr>
          <p:cNvSpPr/>
          <p:nvPr userDrawn="1"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345BF5C-D357-03F9-E50E-2BD30D642DFF}"/>
              </a:ext>
            </a:extLst>
          </p:cNvPr>
          <p:cNvSpPr/>
          <p:nvPr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Bildplatzhalter 11">
            <a:extLst>
              <a:ext uri="{FF2B5EF4-FFF2-40B4-BE49-F238E27FC236}">
                <a16:creationId xmlns:a16="http://schemas.microsoft.com/office/drawing/2014/main" id="{4C82CB49-68AD-2200-0FB8-C5D90CE3EA8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00237" y="1807029"/>
            <a:ext cx="5619628" cy="2426944"/>
          </a:xfrm>
          <a:prstGeom prst="round2SameRect">
            <a:avLst>
              <a:gd name="adj1" fmla="val 5192"/>
              <a:gd name="adj2" fmla="val 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9" name="Bildplatzhalter 11">
            <a:extLst>
              <a:ext uri="{FF2B5EF4-FFF2-40B4-BE49-F238E27FC236}">
                <a16:creationId xmlns:a16="http://schemas.microsoft.com/office/drawing/2014/main" id="{AE4E177B-EDFC-EDC5-C99B-0FA3AADA8882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172416" y="1807029"/>
            <a:ext cx="5619628" cy="2426944"/>
          </a:xfrm>
          <a:prstGeom prst="round2SameRect">
            <a:avLst>
              <a:gd name="adj1" fmla="val 5192"/>
              <a:gd name="adj2" fmla="val 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20291B4F-DDF2-A924-A594-09A9070F6B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7646" y="4450582"/>
            <a:ext cx="4964807" cy="1584383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38B95EB0-810A-A601-7714-C80E20B819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99547" y="4450582"/>
            <a:ext cx="4964807" cy="1584383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422D9399-E492-DBAE-818F-712BA38477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502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text boxes + 3 imag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1">
            <a:extLst>
              <a:ext uri="{FF2B5EF4-FFF2-40B4-BE49-F238E27FC236}">
                <a16:creationId xmlns:a16="http://schemas.microsoft.com/office/drawing/2014/main" id="{6644876E-C681-7243-8137-D3B5887226CE}"/>
              </a:ext>
            </a:extLst>
          </p:cNvPr>
          <p:cNvSpPr/>
          <p:nvPr userDrawn="1"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Abgerundetes Rechteck 38">
            <a:extLst>
              <a:ext uri="{FF2B5EF4-FFF2-40B4-BE49-F238E27FC236}">
                <a16:creationId xmlns:a16="http://schemas.microsoft.com/office/drawing/2014/main" id="{C64415E9-1A6C-13F1-F1F9-0E5D901B6267}"/>
              </a:ext>
            </a:extLst>
          </p:cNvPr>
          <p:cNvSpPr/>
          <p:nvPr userDrawn="1"/>
        </p:nvSpPr>
        <p:spPr>
          <a:xfrm>
            <a:off x="4248246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Abgerundetes Rechteck 39">
            <a:extLst>
              <a:ext uri="{FF2B5EF4-FFF2-40B4-BE49-F238E27FC236}">
                <a16:creationId xmlns:a16="http://schemas.microsoft.com/office/drawing/2014/main" id="{9F4FB90B-0402-67D1-352E-FB234D20914B}"/>
              </a:ext>
            </a:extLst>
          </p:cNvPr>
          <p:cNvSpPr/>
          <p:nvPr userDrawn="1"/>
        </p:nvSpPr>
        <p:spPr>
          <a:xfrm>
            <a:off x="8096254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39" name="Abgerundetes Rechteck 38">
            <a:extLst>
              <a:ext uri="{FF2B5EF4-FFF2-40B4-BE49-F238E27FC236}">
                <a16:creationId xmlns:a16="http://schemas.microsoft.com/office/drawing/2014/main" id="{81578355-0D9B-64FA-E4CE-98AD72ED456C}"/>
              </a:ext>
            </a:extLst>
          </p:cNvPr>
          <p:cNvSpPr/>
          <p:nvPr/>
        </p:nvSpPr>
        <p:spPr>
          <a:xfrm>
            <a:off x="4248246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Abgerundetes Rechteck 39">
            <a:extLst>
              <a:ext uri="{FF2B5EF4-FFF2-40B4-BE49-F238E27FC236}">
                <a16:creationId xmlns:a16="http://schemas.microsoft.com/office/drawing/2014/main" id="{7A244AA8-1DFA-A55B-5B2F-10E5D6A09F96}"/>
              </a:ext>
            </a:extLst>
          </p:cNvPr>
          <p:cNvSpPr/>
          <p:nvPr/>
        </p:nvSpPr>
        <p:spPr>
          <a:xfrm>
            <a:off x="8096254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37CD29BA-F68A-92AD-BD41-DFDA8DCE1DE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00237" y="1807029"/>
            <a:ext cx="3695790" cy="2426944"/>
          </a:xfrm>
          <a:prstGeom prst="round2SameRect">
            <a:avLst>
              <a:gd name="adj1" fmla="val 5192"/>
              <a:gd name="adj2" fmla="val 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13" name="Bildplatzhalter 11">
            <a:extLst>
              <a:ext uri="{FF2B5EF4-FFF2-40B4-BE49-F238E27FC236}">
                <a16:creationId xmlns:a16="http://schemas.microsoft.com/office/drawing/2014/main" id="{1F2A302D-1F1F-7DC5-3059-BAF9884FE0C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48246" y="1807029"/>
            <a:ext cx="3695790" cy="2426944"/>
          </a:xfrm>
          <a:prstGeom prst="round2SameRect">
            <a:avLst>
              <a:gd name="adj1" fmla="val 5192"/>
              <a:gd name="adj2" fmla="val 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14" name="Bildplatzhalter 11">
            <a:extLst>
              <a:ext uri="{FF2B5EF4-FFF2-40B4-BE49-F238E27FC236}">
                <a16:creationId xmlns:a16="http://schemas.microsoft.com/office/drawing/2014/main" id="{40A2F63F-9F24-7D26-2B17-9F81BF507B2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096254" y="1807029"/>
            <a:ext cx="3695790" cy="2426944"/>
          </a:xfrm>
          <a:prstGeom prst="round2SameRect">
            <a:avLst>
              <a:gd name="adj1" fmla="val 5192"/>
              <a:gd name="adj2" fmla="val 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967E97A0-A3C1-5268-D757-86DBAE5A55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7647" y="4450582"/>
            <a:ext cx="3040970" cy="1584383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825BB11A-4771-5B05-D606-B1F73A63A2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75656" y="4450582"/>
            <a:ext cx="3040970" cy="1584383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34310FC9-2589-2EC2-47AE-E03B9DA2716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423664" y="4450582"/>
            <a:ext cx="3040970" cy="1584383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75A80F11-28A6-671C-304B-87B00A8F48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090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images +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1">
            <a:extLst>
              <a:ext uri="{FF2B5EF4-FFF2-40B4-BE49-F238E27FC236}">
                <a16:creationId xmlns:a16="http://schemas.microsoft.com/office/drawing/2014/main" id="{0101A8E4-493A-EB04-B828-7892BBA3574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00237" y="180702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19" name="Bildplatzhalter 11">
            <a:extLst>
              <a:ext uri="{FF2B5EF4-FFF2-40B4-BE49-F238E27FC236}">
                <a16:creationId xmlns:a16="http://schemas.microsoft.com/office/drawing/2014/main" id="{7D035DF2-8C12-690C-F7FD-815D4211E24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48246" y="180702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20" name="Bildplatzhalter 11">
            <a:extLst>
              <a:ext uri="{FF2B5EF4-FFF2-40B4-BE49-F238E27FC236}">
                <a16:creationId xmlns:a16="http://schemas.microsoft.com/office/drawing/2014/main" id="{8DF0FE01-9432-3C6D-58D6-62E40F0B663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096254" y="180702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11061068-E2E2-CCFE-9303-E448117122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0236" y="5755341"/>
            <a:ext cx="3695789" cy="4819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5" name="Textplatzhalter 13">
            <a:extLst>
              <a:ext uri="{FF2B5EF4-FFF2-40B4-BE49-F238E27FC236}">
                <a16:creationId xmlns:a16="http://schemas.microsoft.com/office/drawing/2014/main" id="{8865DB95-B2E2-0BB2-C866-4F93C88E868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48246" y="5755341"/>
            <a:ext cx="3695789" cy="4819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499B011D-469B-50F2-279B-B8E65892BE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96254" y="5755341"/>
            <a:ext cx="3695789" cy="4819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pic>
        <p:nvPicPr>
          <p:cNvPr id="2" name="Grafik 1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214FD717-B389-B14D-F1BD-CA112162F9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86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557" userDrawn="1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+ 2 text boxes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7F52C770-A832-547B-85F7-F5D15330C40E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0" y="0"/>
            <a:ext cx="390705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4EF596A8-3EE9-914D-17B4-AFFE311FC0D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0461" y="465583"/>
            <a:ext cx="2164416" cy="152654"/>
          </a:xfr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8" name="Abgerundetes Rechteck 24">
            <a:extLst>
              <a:ext uri="{FF2B5EF4-FFF2-40B4-BE49-F238E27FC236}">
                <a16:creationId xmlns:a16="http://schemas.microsoft.com/office/drawing/2014/main" id="{405DFA7C-FBBB-061D-BD10-2FB5A1DD93E8}"/>
              </a:ext>
            </a:extLst>
          </p:cNvPr>
          <p:cNvSpPr/>
          <p:nvPr userDrawn="1"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Abgerundetes Rechteck 28">
            <a:extLst>
              <a:ext uri="{FF2B5EF4-FFF2-40B4-BE49-F238E27FC236}">
                <a16:creationId xmlns:a16="http://schemas.microsoft.com/office/drawing/2014/main" id="{2E68E341-DEA0-F363-9269-6EECD8A57AAA}"/>
              </a:ext>
            </a:extLst>
          </p:cNvPr>
          <p:cNvSpPr/>
          <p:nvPr userDrawn="1"/>
        </p:nvSpPr>
        <p:spPr>
          <a:xfrm>
            <a:off x="8095973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4744" y="917607"/>
            <a:ext cx="7547019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25" name="Abgerundetes Rechteck 24">
            <a:extLst>
              <a:ext uri="{FF2B5EF4-FFF2-40B4-BE49-F238E27FC236}">
                <a16:creationId xmlns:a16="http://schemas.microsoft.com/office/drawing/2014/main" id="{A8DCE9C4-A0F9-6AF2-2DFE-C335CFCA5F9E}"/>
              </a:ext>
            </a:extLst>
          </p:cNvPr>
          <p:cNvSpPr/>
          <p:nvPr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A7E72EE2-41F1-C02C-4D47-8BD627E92F4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575514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 or object</a:t>
            </a:r>
          </a:p>
        </p:txBody>
      </p:sp>
      <p:sp>
        <p:nvSpPr>
          <p:cNvPr id="27" name="Bildplatzhalter 37">
            <a:extLst>
              <a:ext uri="{FF2B5EF4-FFF2-40B4-BE49-F238E27FC236}">
                <a16:creationId xmlns:a16="http://schemas.microsoft.com/office/drawing/2014/main" id="{3B0D7E67-26C6-E81A-DD57-AF75B397F6A5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575514" y="2080194"/>
            <a:ext cx="652290" cy="652290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3391B775-E400-8AFC-317F-9980169234A8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379883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DCA12221-82B9-A319-A180-89159BD24254}"/>
              </a:ext>
            </a:extLst>
          </p:cNvPr>
          <p:cNvSpPr/>
          <p:nvPr/>
        </p:nvSpPr>
        <p:spPr>
          <a:xfrm>
            <a:off x="8095973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Inhaltsplatzhalter 10">
            <a:extLst>
              <a:ext uri="{FF2B5EF4-FFF2-40B4-BE49-F238E27FC236}">
                <a16:creationId xmlns:a16="http://schemas.microsoft.com/office/drawing/2014/main" id="{138AD535-C258-13A0-958F-100D86D0B8B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8423382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 or object</a:t>
            </a:r>
          </a:p>
        </p:txBody>
      </p:sp>
      <p:sp>
        <p:nvSpPr>
          <p:cNvPr id="31" name="Bildplatzhalter 37">
            <a:extLst>
              <a:ext uri="{FF2B5EF4-FFF2-40B4-BE49-F238E27FC236}">
                <a16:creationId xmlns:a16="http://schemas.microsoft.com/office/drawing/2014/main" id="{22A1288A-05B3-CD2E-C3F8-A47DC18B57A0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8423382" y="2080194"/>
            <a:ext cx="652290" cy="652290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32" name="Textplatzhalter 2">
            <a:extLst>
              <a:ext uri="{FF2B5EF4-FFF2-40B4-BE49-F238E27FC236}">
                <a16:creationId xmlns:a16="http://schemas.microsoft.com/office/drawing/2014/main" id="{7D36DE86-B6E6-CA6F-6258-75627E3CCC04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227751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Headline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30234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 boxes + image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24">
            <a:extLst>
              <a:ext uri="{FF2B5EF4-FFF2-40B4-BE49-F238E27FC236}">
                <a16:creationId xmlns:a16="http://schemas.microsoft.com/office/drawing/2014/main" id="{627108B2-D8AE-37EC-6399-94EABDF3180B}"/>
              </a:ext>
            </a:extLst>
          </p:cNvPr>
          <p:cNvSpPr/>
          <p:nvPr userDrawn="1"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Abgerundetes Rechteck 28">
            <a:extLst>
              <a:ext uri="{FF2B5EF4-FFF2-40B4-BE49-F238E27FC236}">
                <a16:creationId xmlns:a16="http://schemas.microsoft.com/office/drawing/2014/main" id="{8825AD30-7235-4828-5268-82EEA45EA82F}"/>
              </a:ext>
            </a:extLst>
          </p:cNvPr>
          <p:cNvSpPr/>
          <p:nvPr userDrawn="1"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7F52C770-A832-547B-85F7-F5D15330C40E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8284949" y="0"/>
            <a:ext cx="390705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7547019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25" name="Abgerundetes Rechteck 24">
            <a:extLst>
              <a:ext uri="{FF2B5EF4-FFF2-40B4-BE49-F238E27FC236}">
                <a16:creationId xmlns:a16="http://schemas.microsoft.com/office/drawing/2014/main" id="{A8DCE9C4-A0F9-6AF2-2DFE-C335CFCA5F9E}"/>
              </a:ext>
            </a:extLst>
          </p:cNvPr>
          <p:cNvSpPr/>
          <p:nvPr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A7E72EE2-41F1-C02C-4D47-8BD627E92F4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27646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 or object</a:t>
            </a:r>
          </a:p>
        </p:txBody>
      </p:sp>
      <p:sp>
        <p:nvSpPr>
          <p:cNvPr id="27" name="Bildplatzhalter 37">
            <a:extLst>
              <a:ext uri="{FF2B5EF4-FFF2-40B4-BE49-F238E27FC236}">
                <a16:creationId xmlns:a16="http://schemas.microsoft.com/office/drawing/2014/main" id="{3B0D7E67-26C6-E81A-DD57-AF75B397F6A5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27646" y="2080194"/>
            <a:ext cx="652290" cy="65229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3391B775-E400-8AFC-317F-9980169234A8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32015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DCA12221-82B9-A319-A180-89159BD24254}"/>
              </a:ext>
            </a:extLst>
          </p:cNvPr>
          <p:cNvSpPr/>
          <p:nvPr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Inhaltsplatzhalter 10">
            <a:extLst>
              <a:ext uri="{FF2B5EF4-FFF2-40B4-BE49-F238E27FC236}">
                <a16:creationId xmlns:a16="http://schemas.microsoft.com/office/drawing/2014/main" id="{138AD535-C258-13A0-958F-100D86D0B8B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4575514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 or object</a:t>
            </a:r>
          </a:p>
        </p:txBody>
      </p:sp>
      <p:sp>
        <p:nvSpPr>
          <p:cNvPr id="31" name="Bildplatzhalter 37">
            <a:extLst>
              <a:ext uri="{FF2B5EF4-FFF2-40B4-BE49-F238E27FC236}">
                <a16:creationId xmlns:a16="http://schemas.microsoft.com/office/drawing/2014/main" id="{22A1288A-05B3-CD2E-C3F8-A47DC18B57A0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4575514" y="2080194"/>
            <a:ext cx="652290" cy="65229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32" name="Textplatzhalter 2">
            <a:extLst>
              <a:ext uri="{FF2B5EF4-FFF2-40B4-BE49-F238E27FC236}">
                <a16:creationId xmlns:a16="http://schemas.microsoft.com/office/drawing/2014/main" id="{7D36DE86-B6E6-CA6F-6258-75627E3CCC04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379883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/>
              <a:t>Headline</a:t>
            </a:r>
          </a:p>
        </p:txBody>
      </p:sp>
      <p:pic>
        <p:nvPicPr>
          <p:cNvPr id="2" name="Grafik 1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B05E53E7-9CE1-DC50-893B-39BFE953BBE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60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text boxes + image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bgerundetes Rechteck 1">
            <a:extLst>
              <a:ext uri="{FF2B5EF4-FFF2-40B4-BE49-F238E27FC236}">
                <a16:creationId xmlns:a16="http://schemas.microsoft.com/office/drawing/2014/main" id="{09D41656-10CF-60A1-9DEE-E1CA24F67108}"/>
              </a:ext>
            </a:extLst>
          </p:cNvPr>
          <p:cNvSpPr/>
          <p:nvPr userDrawn="1"/>
        </p:nvSpPr>
        <p:spPr>
          <a:xfrm>
            <a:off x="400237" y="1807029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Abgerundetes Rechteck 7">
            <a:extLst>
              <a:ext uri="{FF2B5EF4-FFF2-40B4-BE49-F238E27FC236}">
                <a16:creationId xmlns:a16="http://schemas.microsoft.com/office/drawing/2014/main" id="{B06085FD-8F67-CF61-A67A-DDA9206AD3BB}"/>
              </a:ext>
            </a:extLst>
          </p:cNvPr>
          <p:cNvSpPr/>
          <p:nvPr userDrawn="1"/>
        </p:nvSpPr>
        <p:spPr>
          <a:xfrm>
            <a:off x="400237" y="3343296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Abgerundetes Rechteck 8">
            <a:extLst>
              <a:ext uri="{FF2B5EF4-FFF2-40B4-BE49-F238E27FC236}">
                <a16:creationId xmlns:a16="http://schemas.microsoft.com/office/drawing/2014/main" id="{F7067E1E-0707-B34E-0EBA-7E9249C096EA}"/>
              </a:ext>
            </a:extLst>
          </p:cNvPr>
          <p:cNvSpPr/>
          <p:nvPr userDrawn="1"/>
        </p:nvSpPr>
        <p:spPr>
          <a:xfrm>
            <a:off x="400237" y="4879563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7F52C770-A832-547B-85F7-F5D15330C40E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8284949" y="0"/>
            <a:ext cx="390705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7547019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F1F4F835-CCC6-75BB-0800-ADF5B2C12DDA}"/>
              </a:ext>
            </a:extLst>
          </p:cNvPr>
          <p:cNvSpPr/>
          <p:nvPr/>
        </p:nvSpPr>
        <p:spPr>
          <a:xfrm>
            <a:off x="400237" y="1807029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3170CBA5-B1A4-1471-482D-24736E857C5E}"/>
              </a:ext>
            </a:extLst>
          </p:cNvPr>
          <p:cNvSpPr/>
          <p:nvPr/>
        </p:nvSpPr>
        <p:spPr>
          <a:xfrm>
            <a:off x="400237" y="3343296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5B433EA3-711E-1367-8128-D7A1167FD1BE}"/>
              </a:ext>
            </a:extLst>
          </p:cNvPr>
          <p:cNvSpPr/>
          <p:nvPr/>
        </p:nvSpPr>
        <p:spPr>
          <a:xfrm>
            <a:off x="400237" y="4879563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Bildplatzhalter 37">
            <a:extLst>
              <a:ext uri="{FF2B5EF4-FFF2-40B4-BE49-F238E27FC236}">
                <a16:creationId xmlns:a16="http://schemas.microsoft.com/office/drawing/2014/main" id="{24BED9C3-557D-8125-0E35-43AB7CB40CA4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708861" y="2105391"/>
            <a:ext cx="775287" cy="775287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664DD5FF-F58C-4A91-AFF6-4B36F6CBE82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62681" y="1995462"/>
            <a:ext cx="5864753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 or object</a:t>
            </a:r>
          </a:p>
        </p:txBody>
      </p:sp>
      <p:sp>
        <p:nvSpPr>
          <p:cNvPr id="21" name="Bildplatzhalter 37">
            <a:extLst>
              <a:ext uri="{FF2B5EF4-FFF2-40B4-BE49-F238E27FC236}">
                <a16:creationId xmlns:a16="http://schemas.microsoft.com/office/drawing/2014/main" id="{E5F046E6-1D9F-0002-527E-46963A2C15A2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708861" y="3641658"/>
            <a:ext cx="775287" cy="775287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8EE0AEC5-42A0-D663-DE18-7EFDE8D1463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762681" y="3531729"/>
            <a:ext cx="5864753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 or object</a:t>
            </a:r>
          </a:p>
        </p:txBody>
      </p:sp>
      <p:sp>
        <p:nvSpPr>
          <p:cNvPr id="23" name="Bildplatzhalter 37">
            <a:extLst>
              <a:ext uri="{FF2B5EF4-FFF2-40B4-BE49-F238E27FC236}">
                <a16:creationId xmlns:a16="http://schemas.microsoft.com/office/drawing/2014/main" id="{5A1767A6-4063-6055-3C7B-F8EE7B33DF1D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708861" y="5177925"/>
            <a:ext cx="775287" cy="775287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A45A38EA-99F1-AAB7-5661-0A68F00D12D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762681" y="5067996"/>
            <a:ext cx="5864753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Add text or object</a:t>
            </a:r>
          </a:p>
        </p:txBody>
      </p:sp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5F9BB628-3669-A2FA-736C-2D133FA9ABA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4931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left + image righ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6112348" y="0"/>
            <a:ext cx="6079651" cy="6858000"/>
          </a:xfrm>
          <a:prstGeom prst="rect">
            <a:avLst/>
          </a:prstGeom>
          <a:solidFill>
            <a:srgbClr val="00264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Add image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6207" y="271305"/>
            <a:ext cx="5485744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1" y="6556875"/>
            <a:ext cx="5001942" cy="219454"/>
          </a:xfrm>
        </p:spPr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A52981-3CA4-4342-A3CD-6DEDCD14014C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BBCE250A-42D7-D901-3D53-EF1E025A44A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814" y="1016000"/>
            <a:ext cx="5312063" cy="4903997"/>
          </a:xfrm>
        </p:spPr>
        <p:txBody>
          <a:bodyPr anchor="b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4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 dirty="0"/>
              <a:t>Headline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1B8BC4F8-94E9-E1DB-8010-0206E6E4ACC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9887" y="1016000"/>
            <a:ext cx="5312063" cy="4903996"/>
          </a:xfrm>
        </p:spPr>
        <p:txBody>
          <a:bodyPr anchor="t">
            <a:no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  <a:p>
            <a:pPr lvl="0"/>
            <a:endParaRPr lang="en-US" noProof="0" dirty="0"/>
          </a:p>
          <a:p>
            <a:pPr lvl="0"/>
            <a:endParaRPr lang="en-US" noProof="0" dirty="0"/>
          </a:p>
        </p:txBody>
      </p:sp>
      <p:pic>
        <p:nvPicPr>
          <p:cNvPr id="6" name="Grafik 5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E42E3124-C62E-F0E9-C563-2A500AA85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84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25" userDrawn="1">
          <p15:clr>
            <a:srgbClr val="5ACBF0"/>
          </p15:clr>
        </p15:guide>
        <p15:guide id="2" orient="horz" pos="640" userDrawn="1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left + large image righ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4208926" y="0"/>
            <a:ext cx="7983073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7822" y="271305"/>
            <a:ext cx="7344129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1" y="6556875"/>
            <a:ext cx="5001942" cy="219454"/>
          </a:xfrm>
        </p:spPr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80B668F0-0E9A-9BC2-B2E5-64DCC33D3D0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814" y="1803183"/>
            <a:ext cx="3616923" cy="1575816"/>
          </a:xfrm>
        </p:spPr>
        <p:txBody>
          <a:bodyPr anchor="t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4400" b="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/>
              <a:t>Text</a:t>
            </a:r>
            <a:endParaRPr lang="en-US" noProof="0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9339C54E-BA73-A7D4-A8D7-1302B3DD8F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2814" y="3623733"/>
            <a:ext cx="3616923" cy="2627842"/>
          </a:xfrm>
        </p:spPr>
        <p:txBody>
          <a:bodyPr anchor="t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/>
              <a:t>Text</a:t>
            </a:r>
            <a:endParaRPr lang="en-US" noProof="0" dirty="0"/>
          </a:p>
        </p:txBody>
      </p:sp>
      <p:pic>
        <p:nvPicPr>
          <p:cNvPr id="6" name="Grafik 5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BD585E9D-B946-736B-261F-BAB22B222E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188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130" userDrawn="1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+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7">
            <a:extLst>
              <a:ext uri="{FF2B5EF4-FFF2-40B4-BE49-F238E27FC236}">
                <a16:creationId xmlns:a16="http://schemas.microsoft.com/office/drawing/2014/main" id="{ABDEA554-A244-44D1-6DD9-01C495D9ADB4}"/>
              </a:ext>
            </a:extLst>
          </p:cNvPr>
          <p:cNvSpPr/>
          <p:nvPr userDrawn="1"/>
        </p:nvSpPr>
        <p:spPr>
          <a:xfrm rot="5400000">
            <a:off x="6172495" y="636102"/>
            <a:ext cx="5111433" cy="6127477"/>
          </a:xfrm>
          <a:prstGeom prst="roundRect">
            <a:avLst>
              <a:gd name="adj" fmla="val 246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943135DE-F78E-E765-838A-2D41D7750E73}"/>
              </a:ext>
            </a:extLst>
          </p:cNvPr>
          <p:cNvSpPr/>
          <p:nvPr/>
        </p:nvSpPr>
        <p:spPr>
          <a:xfrm rot="5400000">
            <a:off x="6172495" y="636102"/>
            <a:ext cx="5111433" cy="6127477"/>
          </a:xfrm>
          <a:prstGeom prst="roundRect">
            <a:avLst>
              <a:gd name="adj" fmla="val 246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21" name="Bildplatzhalter 11">
            <a:extLst>
              <a:ext uri="{FF2B5EF4-FFF2-40B4-BE49-F238E27FC236}">
                <a16:creationId xmlns:a16="http://schemas.microsoft.com/office/drawing/2014/main" id="{F873340C-4428-165F-267C-95EA043A370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00237" y="1144122"/>
            <a:ext cx="5040000" cy="5111435"/>
          </a:xfrm>
          <a:prstGeom prst="roundRect">
            <a:avLst>
              <a:gd name="adj" fmla="val 250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1F612B08-E42D-B220-1926-340BE3E1BA6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62274" y="2084020"/>
            <a:ext cx="5174177" cy="4798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/>
              <a:t>Name Surname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F63E9F8F-F968-42A9-A62E-B20CA465243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62274" y="2760009"/>
            <a:ext cx="5174177" cy="28383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/>
              <a:t>Job title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708C64AE-DA27-D725-08A7-8BDB69BA0DB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739509" y="3857275"/>
            <a:ext cx="4696941" cy="21544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/>
              <a:t>Phone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2E2D0F95-759C-319D-0E66-4E35C78A4B40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739508" y="4546604"/>
            <a:ext cx="4696941" cy="21544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/>
              <a:t>Mail</a:t>
            </a:r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52B0BC37-B1CC-FA22-308B-27A86EC4DCD9}"/>
              </a:ext>
            </a:extLst>
          </p:cNvPr>
          <p:cNvGrpSpPr/>
          <p:nvPr/>
        </p:nvGrpSpPr>
        <p:grpSpPr>
          <a:xfrm>
            <a:off x="6262274" y="3760316"/>
            <a:ext cx="409366" cy="409362"/>
            <a:chOff x="6262274" y="3760316"/>
            <a:chExt cx="409366" cy="409362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DE612D37-5472-AE31-14A3-530564E7E45F}"/>
                </a:ext>
              </a:extLst>
            </p:cNvPr>
            <p:cNvGrpSpPr/>
            <p:nvPr/>
          </p:nvGrpSpPr>
          <p:grpSpPr>
            <a:xfrm>
              <a:off x="6262274" y="3760316"/>
              <a:ext cx="409366" cy="409362"/>
              <a:chOff x="359996" y="1873714"/>
              <a:chExt cx="823904" cy="823901"/>
            </a:xfrm>
          </p:grpSpPr>
          <p:grpSp>
            <p:nvGrpSpPr>
              <p:cNvPr id="28" name="Gruppieren 27">
                <a:extLst>
                  <a:ext uri="{FF2B5EF4-FFF2-40B4-BE49-F238E27FC236}">
                    <a16:creationId xmlns:a16="http://schemas.microsoft.com/office/drawing/2014/main" id="{1194436C-E652-915C-555F-3197BC9B1B09}"/>
                  </a:ext>
                </a:extLst>
              </p:cNvPr>
              <p:cNvGrpSpPr/>
              <p:nvPr/>
            </p:nvGrpSpPr>
            <p:grpSpPr>
              <a:xfrm>
                <a:off x="359996" y="1873714"/>
                <a:ext cx="823904" cy="823901"/>
                <a:chOff x="674553" y="1932932"/>
                <a:chExt cx="883824" cy="883822"/>
              </a:xfrm>
            </p:grpSpPr>
            <p:sp>
              <p:nvSpPr>
                <p:cNvPr id="30" name="Oval 307">
                  <a:extLst>
                    <a:ext uri="{FF2B5EF4-FFF2-40B4-BE49-F238E27FC236}">
                      <a16:creationId xmlns:a16="http://schemas.microsoft.com/office/drawing/2014/main" id="{108DE4FF-B9F6-FBE1-BD8D-978DE3CE6E5B}"/>
                    </a:ext>
                  </a:extLst>
                </p:cNvPr>
                <p:cNvSpPr/>
                <p:nvPr/>
              </p:nvSpPr>
              <p:spPr>
                <a:xfrm>
                  <a:off x="674553" y="1932932"/>
                  <a:ext cx="883824" cy="883822"/>
                </a:xfrm>
                <a:prstGeom prst="ellipse">
                  <a:avLst/>
                </a:prstGeom>
                <a:solidFill>
                  <a:srgbClr val="D3DBF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1" name="Oval 308">
                  <a:extLst>
                    <a:ext uri="{FF2B5EF4-FFF2-40B4-BE49-F238E27FC236}">
                      <a16:creationId xmlns:a16="http://schemas.microsoft.com/office/drawing/2014/main" id="{A3CE7C68-BE18-6B30-B780-F0406315C12F}"/>
                    </a:ext>
                  </a:extLst>
                </p:cNvPr>
                <p:cNvSpPr/>
                <p:nvPr/>
              </p:nvSpPr>
              <p:spPr>
                <a:xfrm>
                  <a:off x="746571" y="2004948"/>
                  <a:ext cx="739792" cy="739790"/>
                </a:xfrm>
                <a:prstGeom prst="ellipse">
                  <a:avLst/>
                </a:prstGeom>
                <a:solidFill>
                  <a:srgbClr val="005CA9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pic>
            <p:nvPicPr>
              <p:cNvPr id="29" name="Grafik 28">
                <a:extLst>
                  <a:ext uri="{FF2B5EF4-FFF2-40B4-BE49-F238E27FC236}">
                    <a16:creationId xmlns:a16="http://schemas.microsoft.com/office/drawing/2014/main" id="{13FD49ED-65C6-37AF-8081-EE8F47EA12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563402" y="2077117"/>
                <a:ext cx="417093" cy="417094"/>
              </a:xfrm>
              <a:prstGeom prst="rect">
                <a:avLst/>
              </a:prstGeom>
            </p:spPr>
          </p:pic>
        </p:grpSp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24C3C635-6129-23AD-04D0-73F764DD4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84631" y="3882671"/>
              <a:ext cx="164652" cy="164652"/>
            </a:xfrm>
            <a:prstGeom prst="rect">
              <a:avLst/>
            </a:prstGeom>
          </p:spPr>
        </p:pic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4A37E2A5-0D65-3787-EABF-3209D1208608}"/>
              </a:ext>
            </a:extLst>
          </p:cNvPr>
          <p:cNvGrpSpPr/>
          <p:nvPr userDrawn="1"/>
        </p:nvGrpSpPr>
        <p:grpSpPr>
          <a:xfrm>
            <a:off x="6262274" y="3760316"/>
            <a:ext cx="409366" cy="409362"/>
            <a:chOff x="6262274" y="3760316"/>
            <a:chExt cx="409366" cy="409362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5E8C0858-E759-8499-188A-8690653D0D33}"/>
                </a:ext>
              </a:extLst>
            </p:cNvPr>
            <p:cNvGrpSpPr/>
            <p:nvPr userDrawn="1"/>
          </p:nvGrpSpPr>
          <p:grpSpPr>
            <a:xfrm>
              <a:off x="6262274" y="3760316"/>
              <a:ext cx="409366" cy="409362"/>
              <a:chOff x="359996" y="1873714"/>
              <a:chExt cx="823904" cy="823901"/>
            </a:xfrm>
          </p:grpSpPr>
          <p:grpSp>
            <p:nvGrpSpPr>
              <p:cNvPr id="25" name="Gruppieren 24">
                <a:extLst>
                  <a:ext uri="{FF2B5EF4-FFF2-40B4-BE49-F238E27FC236}">
                    <a16:creationId xmlns:a16="http://schemas.microsoft.com/office/drawing/2014/main" id="{BFAD3FC3-CAA5-6F29-A9CF-F0382101C9A7}"/>
                  </a:ext>
                </a:extLst>
              </p:cNvPr>
              <p:cNvGrpSpPr/>
              <p:nvPr/>
            </p:nvGrpSpPr>
            <p:grpSpPr>
              <a:xfrm>
                <a:off x="359996" y="1873714"/>
                <a:ext cx="823904" cy="823901"/>
                <a:chOff x="674553" y="1932932"/>
                <a:chExt cx="883824" cy="883822"/>
              </a:xfrm>
            </p:grpSpPr>
            <p:sp>
              <p:nvSpPr>
                <p:cNvPr id="37" name="Oval 307">
                  <a:extLst>
                    <a:ext uri="{FF2B5EF4-FFF2-40B4-BE49-F238E27FC236}">
                      <a16:creationId xmlns:a16="http://schemas.microsoft.com/office/drawing/2014/main" id="{25EBAD82-1B29-86CA-7C55-CCCE8C404DF1}"/>
                    </a:ext>
                  </a:extLst>
                </p:cNvPr>
                <p:cNvSpPr/>
                <p:nvPr/>
              </p:nvSpPr>
              <p:spPr>
                <a:xfrm>
                  <a:off x="674553" y="1932932"/>
                  <a:ext cx="883824" cy="883822"/>
                </a:xfrm>
                <a:prstGeom prst="ellipse">
                  <a:avLst/>
                </a:prstGeom>
                <a:solidFill>
                  <a:srgbClr val="D3DBF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9" name="Oval 308">
                  <a:extLst>
                    <a:ext uri="{FF2B5EF4-FFF2-40B4-BE49-F238E27FC236}">
                      <a16:creationId xmlns:a16="http://schemas.microsoft.com/office/drawing/2014/main" id="{5889E241-88F6-E719-C625-A13B16D01F86}"/>
                    </a:ext>
                  </a:extLst>
                </p:cNvPr>
                <p:cNvSpPr/>
                <p:nvPr/>
              </p:nvSpPr>
              <p:spPr>
                <a:xfrm>
                  <a:off x="746571" y="2004948"/>
                  <a:ext cx="739792" cy="739790"/>
                </a:xfrm>
                <a:prstGeom prst="ellipse">
                  <a:avLst/>
                </a:prstGeom>
                <a:solidFill>
                  <a:srgbClr val="005CA9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pic>
            <p:nvPicPr>
              <p:cNvPr id="26" name="Grafik 25">
                <a:extLst>
                  <a:ext uri="{FF2B5EF4-FFF2-40B4-BE49-F238E27FC236}">
                    <a16:creationId xmlns:a16="http://schemas.microsoft.com/office/drawing/2014/main" id="{9D07897B-8906-C581-F8F6-79279CF13D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563402" y="2077117"/>
                <a:ext cx="417093" cy="417094"/>
              </a:xfrm>
              <a:prstGeom prst="rect">
                <a:avLst/>
              </a:prstGeom>
            </p:spPr>
          </p:pic>
        </p:grp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63F7997C-12F0-EF4F-D529-9D9141C469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384631" y="3882671"/>
              <a:ext cx="164652" cy="164652"/>
            </a:xfrm>
            <a:prstGeom prst="rect">
              <a:avLst/>
            </a:prstGeom>
          </p:spPr>
        </p:pic>
      </p:grpSp>
      <p:pic>
        <p:nvPicPr>
          <p:cNvPr id="43" name="Grafik 42">
            <a:extLst>
              <a:ext uri="{FF2B5EF4-FFF2-40B4-BE49-F238E27FC236}">
                <a16:creationId xmlns:a16="http://schemas.microsoft.com/office/drawing/2014/main" id="{D5AF1C4B-46D1-8AE6-F39B-0FD9FA541FF2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262278" y="4449645"/>
            <a:ext cx="409362" cy="409362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EC672606-BED0-CCCB-BEBE-8D1432C0676D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040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24" userDrawn="1">
          <p15:clr>
            <a:srgbClr val="5ACBF0"/>
          </p15:clr>
        </p15:guide>
        <p15:guide id="2" orient="horz" pos="3939" userDrawn="1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cken des Rechtecks auf der gleichen Seite abrunden 7">
            <a:extLst>
              <a:ext uri="{FF2B5EF4-FFF2-40B4-BE49-F238E27FC236}">
                <a16:creationId xmlns:a16="http://schemas.microsoft.com/office/drawing/2014/main" id="{32BA422F-006E-42D5-8E88-0A774AEEAED7}"/>
              </a:ext>
            </a:extLst>
          </p:cNvPr>
          <p:cNvSpPr/>
          <p:nvPr userDrawn="1"/>
        </p:nvSpPr>
        <p:spPr>
          <a:xfrm rot="5400000">
            <a:off x="3888367" y="-2186176"/>
            <a:ext cx="4015218" cy="11791951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8" name="Ecken des Rechtecks auf der gleichen Seite abrunden 7">
            <a:extLst>
              <a:ext uri="{FF2B5EF4-FFF2-40B4-BE49-F238E27FC236}">
                <a16:creationId xmlns:a16="http://schemas.microsoft.com/office/drawing/2014/main" id="{943135DE-F78E-E765-838A-2D41D7750E73}"/>
              </a:ext>
            </a:extLst>
          </p:cNvPr>
          <p:cNvSpPr/>
          <p:nvPr/>
        </p:nvSpPr>
        <p:spPr>
          <a:xfrm rot="5400000">
            <a:off x="3888367" y="-2186176"/>
            <a:ext cx="4015218" cy="11791951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1F612B08-E42D-B220-1926-340BE3E1BA6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304194" y="2429003"/>
            <a:ext cx="8378286" cy="4798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/>
              <a:t>Name Surname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F63E9F8F-F968-42A9-A62E-B20CA465243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304194" y="3104992"/>
            <a:ext cx="8378286" cy="28383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/>
              <a:t>Job title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708C64AE-DA27-D725-08A7-8BDB69BA0DB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781429" y="3965296"/>
            <a:ext cx="4696941" cy="21544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/>
              <a:t>Phone 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2E2D0F95-759C-319D-0E66-4E35C78A4B40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1781428" y="4556764"/>
            <a:ext cx="4696941" cy="21544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/>
              <a:t>Mail</a:t>
            </a: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DE612D37-5472-AE31-14A3-530564E7E45F}"/>
              </a:ext>
            </a:extLst>
          </p:cNvPr>
          <p:cNvGrpSpPr/>
          <p:nvPr/>
        </p:nvGrpSpPr>
        <p:grpSpPr>
          <a:xfrm>
            <a:off x="1304194" y="3868337"/>
            <a:ext cx="409366" cy="409362"/>
            <a:chOff x="359996" y="1873714"/>
            <a:chExt cx="823904" cy="823901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1194436C-E652-915C-555F-3197BC9B1B09}"/>
                </a:ext>
              </a:extLst>
            </p:cNvPr>
            <p:cNvGrpSpPr/>
            <p:nvPr/>
          </p:nvGrpSpPr>
          <p:grpSpPr>
            <a:xfrm>
              <a:off x="359996" y="1873714"/>
              <a:ext cx="823904" cy="823901"/>
              <a:chOff x="674553" y="1932932"/>
              <a:chExt cx="883824" cy="883822"/>
            </a:xfrm>
          </p:grpSpPr>
          <p:sp>
            <p:nvSpPr>
              <p:cNvPr id="30" name="Oval 307">
                <a:extLst>
                  <a:ext uri="{FF2B5EF4-FFF2-40B4-BE49-F238E27FC236}">
                    <a16:creationId xmlns:a16="http://schemas.microsoft.com/office/drawing/2014/main" id="{108DE4FF-B9F6-FBE1-BD8D-978DE3CE6E5B}"/>
                  </a:ext>
                </a:extLst>
              </p:cNvPr>
              <p:cNvSpPr/>
              <p:nvPr/>
            </p:nvSpPr>
            <p:spPr>
              <a:xfrm>
                <a:off x="674553" y="1932932"/>
                <a:ext cx="883824" cy="883822"/>
              </a:xfrm>
              <a:prstGeom prst="ellipse">
                <a:avLst/>
              </a:prstGeom>
              <a:solidFill>
                <a:srgbClr val="D3DBF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" name="Oval 308">
                <a:extLst>
                  <a:ext uri="{FF2B5EF4-FFF2-40B4-BE49-F238E27FC236}">
                    <a16:creationId xmlns:a16="http://schemas.microsoft.com/office/drawing/2014/main" id="{A3CE7C68-BE18-6B30-B780-F0406315C12F}"/>
                  </a:ext>
                </a:extLst>
              </p:cNvPr>
              <p:cNvSpPr/>
              <p:nvPr/>
            </p:nvSpPr>
            <p:spPr>
              <a:xfrm>
                <a:off x="746571" y="2004948"/>
                <a:ext cx="739792" cy="739790"/>
              </a:xfrm>
              <a:prstGeom prst="ellipse">
                <a:avLst/>
              </a:prstGeom>
              <a:solidFill>
                <a:srgbClr val="005C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pic>
          <p:nvPicPr>
            <p:cNvPr id="29" name="Grafik 28">
              <a:extLst>
                <a:ext uri="{FF2B5EF4-FFF2-40B4-BE49-F238E27FC236}">
                  <a16:creationId xmlns:a16="http://schemas.microsoft.com/office/drawing/2014/main" id="{13FD49ED-65C6-37AF-8081-EE8F47EA1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63402" y="2077117"/>
              <a:ext cx="417093" cy="417094"/>
            </a:xfrm>
            <a:prstGeom prst="rect">
              <a:avLst/>
            </a:prstGeom>
          </p:spPr>
        </p:pic>
      </p:grpSp>
      <p:pic>
        <p:nvPicPr>
          <p:cNvPr id="40" name="Grafik 39">
            <a:extLst>
              <a:ext uri="{FF2B5EF4-FFF2-40B4-BE49-F238E27FC236}">
                <a16:creationId xmlns:a16="http://schemas.microsoft.com/office/drawing/2014/main" id="{24C3C635-6129-23AD-04D0-73F764DD41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6551" y="3990692"/>
            <a:ext cx="164652" cy="164652"/>
          </a:xfrm>
          <a:prstGeom prst="rect">
            <a:avLst/>
          </a:prstGeom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010DDB15-5C43-7765-CFE7-4C15BEE3A575}"/>
              </a:ext>
            </a:extLst>
          </p:cNvPr>
          <p:cNvGrpSpPr/>
          <p:nvPr userDrawn="1"/>
        </p:nvGrpSpPr>
        <p:grpSpPr>
          <a:xfrm>
            <a:off x="1304194" y="3868337"/>
            <a:ext cx="409366" cy="409362"/>
            <a:chOff x="359996" y="1873714"/>
            <a:chExt cx="823904" cy="823901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D975B2A7-57BE-FEFF-A520-B49DDAF7E24C}"/>
                </a:ext>
              </a:extLst>
            </p:cNvPr>
            <p:cNvGrpSpPr/>
            <p:nvPr/>
          </p:nvGrpSpPr>
          <p:grpSpPr>
            <a:xfrm>
              <a:off x="359996" y="1873714"/>
              <a:ext cx="823904" cy="823901"/>
              <a:chOff x="674553" y="1932932"/>
              <a:chExt cx="883824" cy="883822"/>
            </a:xfrm>
          </p:grpSpPr>
          <p:sp>
            <p:nvSpPr>
              <p:cNvPr id="15" name="Oval 307">
                <a:extLst>
                  <a:ext uri="{FF2B5EF4-FFF2-40B4-BE49-F238E27FC236}">
                    <a16:creationId xmlns:a16="http://schemas.microsoft.com/office/drawing/2014/main" id="{248945C0-DF3A-83CD-5404-99E4120DFA87}"/>
                  </a:ext>
                </a:extLst>
              </p:cNvPr>
              <p:cNvSpPr/>
              <p:nvPr/>
            </p:nvSpPr>
            <p:spPr>
              <a:xfrm>
                <a:off x="674553" y="1932932"/>
                <a:ext cx="883824" cy="883822"/>
              </a:xfrm>
              <a:prstGeom prst="ellipse">
                <a:avLst/>
              </a:prstGeom>
              <a:solidFill>
                <a:srgbClr val="D3DBF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" name="Oval 308">
                <a:extLst>
                  <a:ext uri="{FF2B5EF4-FFF2-40B4-BE49-F238E27FC236}">
                    <a16:creationId xmlns:a16="http://schemas.microsoft.com/office/drawing/2014/main" id="{82337602-992D-2024-6A95-8A69162BAF2D}"/>
                  </a:ext>
                </a:extLst>
              </p:cNvPr>
              <p:cNvSpPr/>
              <p:nvPr/>
            </p:nvSpPr>
            <p:spPr>
              <a:xfrm>
                <a:off x="746571" y="2004948"/>
                <a:ext cx="739792" cy="739790"/>
              </a:xfrm>
              <a:prstGeom prst="ellipse">
                <a:avLst/>
              </a:prstGeom>
              <a:solidFill>
                <a:srgbClr val="005C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7D7F39D8-A45F-9B96-25EC-3F93A7B67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563402" y="2077117"/>
              <a:ext cx="417093" cy="417094"/>
            </a:xfrm>
            <a:prstGeom prst="rect">
              <a:avLst/>
            </a:prstGeom>
          </p:spPr>
        </p:pic>
      </p:grpSp>
      <p:pic>
        <p:nvPicPr>
          <p:cNvPr id="25" name="Grafik 24">
            <a:extLst>
              <a:ext uri="{FF2B5EF4-FFF2-40B4-BE49-F238E27FC236}">
                <a16:creationId xmlns:a16="http://schemas.microsoft.com/office/drawing/2014/main" id="{2CFC65FE-909A-E8FB-5D88-F7C8805215E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26551" y="3990692"/>
            <a:ext cx="164652" cy="164652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387891C3-3A30-0AD7-652B-41F0E4B37A1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304194" y="4459805"/>
            <a:ext cx="409362" cy="409362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9FF39557-1CD3-C4DD-E7C3-3B6672FEDBB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1348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5ACBF0"/>
          </p15:clr>
        </p15:guide>
        <p15:guide id="2" orient="horz" pos="3589" userDrawn="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gradien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7CE337EB-2454-1484-56B9-F37F895B8FE1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D36284D-290E-595A-1135-EEA302A1AA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0842" y="2139951"/>
            <a:ext cx="5129609" cy="1885214"/>
          </a:xfrm>
          <a:prstGeom prst="roundRect">
            <a:avLst>
              <a:gd name="adj" fmla="val 6743"/>
            </a:avLst>
          </a:prstGeom>
          <a:solidFill>
            <a:schemeClr val="tx1">
              <a:alpha val="25000"/>
            </a:schemeClr>
          </a:solidFill>
        </p:spPr>
        <p:txBody>
          <a:bodyPr lIns="251999" tIns="360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800C194B-03EC-2B39-66BF-4C49F8E25A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45022" y="2228082"/>
            <a:ext cx="618482" cy="492443"/>
          </a:xfrm>
        </p:spPr>
        <p:txBody>
          <a:bodyPr wrap="square">
            <a:spAutoFit/>
          </a:bodyPr>
          <a:lstStyle>
            <a:lvl1pPr marL="0" indent="0" algn="r">
              <a:buNone/>
              <a:defRPr sz="32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01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4B1E-EE8E-9B42-8826-03AB784C90A8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FF5981-2895-C798-0C92-59C1B191DA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8" name="Titel 14">
            <a:extLst>
              <a:ext uri="{FF2B5EF4-FFF2-40B4-BE49-F238E27FC236}">
                <a16:creationId xmlns:a16="http://schemas.microsoft.com/office/drawing/2014/main" id="{71F556B9-6CB9-29C7-1498-F715AA71F4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463" y="965090"/>
            <a:ext cx="11395074" cy="843073"/>
          </a:xfrm>
        </p:spPr>
        <p:txBody>
          <a:bodyPr anchor="t">
            <a:noAutofit/>
          </a:bodyPr>
          <a:lstStyle>
            <a:lvl1pPr algn="ctr"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Agenda</a:t>
            </a:r>
          </a:p>
        </p:txBody>
      </p:sp>
      <p:sp>
        <p:nvSpPr>
          <p:cNvPr id="29" name="Textplatzhalter 21">
            <a:extLst>
              <a:ext uri="{FF2B5EF4-FFF2-40B4-BE49-F238E27FC236}">
                <a16:creationId xmlns:a16="http://schemas.microsoft.com/office/drawing/2014/main" id="{4A7731F3-0272-FE64-9F1E-994ECA8695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68641" y="2139951"/>
            <a:ext cx="5129609" cy="1885214"/>
          </a:xfrm>
          <a:prstGeom prst="roundRect">
            <a:avLst>
              <a:gd name="adj" fmla="val 6743"/>
            </a:avLst>
          </a:prstGeom>
          <a:solidFill>
            <a:schemeClr val="tx1">
              <a:alpha val="25000"/>
            </a:schemeClr>
          </a:solidFill>
        </p:spPr>
        <p:txBody>
          <a:bodyPr lIns="251999" tIns="360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19B47785-41CA-D2CE-3773-544D14EF87F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602821" y="2228082"/>
            <a:ext cx="618482" cy="492443"/>
          </a:xfrm>
        </p:spPr>
        <p:txBody>
          <a:bodyPr wrap="square">
            <a:spAutoFit/>
          </a:bodyPr>
          <a:lstStyle>
            <a:lvl1pPr marL="0" indent="0" algn="r">
              <a:buNone/>
              <a:defRPr sz="32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02</a:t>
            </a:r>
          </a:p>
        </p:txBody>
      </p:sp>
      <p:sp>
        <p:nvSpPr>
          <p:cNvPr id="31" name="Textplatzhalter 21">
            <a:extLst>
              <a:ext uri="{FF2B5EF4-FFF2-40B4-BE49-F238E27FC236}">
                <a16:creationId xmlns:a16="http://schemas.microsoft.com/office/drawing/2014/main" id="{7EB9E461-B2BE-3245-CC10-48EED54E104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0842" y="4367828"/>
            <a:ext cx="5129609" cy="1885214"/>
          </a:xfrm>
          <a:prstGeom prst="roundRect">
            <a:avLst>
              <a:gd name="adj" fmla="val 6743"/>
            </a:avLst>
          </a:prstGeom>
          <a:solidFill>
            <a:schemeClr val="tx1">
              <a:alpha val="25000"/>
            </a:schemeClr>
          </a:solidFill>
        </p:spPr>
        <p:txBody>
          <a:bodyPr lIns="251999" tIns="360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32" name="Textplatzhalter 13">
            <a:extLst>
              <a:ext uri="{FF2B5EF4-FFF2-40B4-BE49-F238E27FC236}">
                <a16:creationId xmlns:a16="http://schemas.microsoft.com/office/drawing/2014/main" id="{85CFF4DB-B576-20EA-CDBF-98263B36487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45022" y="4455959"/>
            <a:ext cx="618482" cy="492443"/>
          </a:xfrm>
        </p:spPr>
        <p:txBody>
          <a:bodyPr wrap="square">
            <a:spAutoFit/>
          </a:bodyPr>
          <a:lstStyle>
            <a:lvl1pPr marL="0" indent="0" algn="r">
              <a:buNone/>
              <a:defRPr sz="32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03</a:t>
            </a:r>
          </a:p>
        </p:txBody>
      </p:sp>
      <p:sp>
        <p:nvSpPr>
          <p:cNvPr id="33" name="Textplatzhalter 21">
            <a:extLst>
              <a:ext uri="{FF2B5EF4-FFF2-40B4-BE49-F238E27FC236}">
                <a16:creationId xmlns:a16="http://schemas.microsoft.com/office/drawing/2014/main" id="{37FF7232-FD5A-D2CB-4122-B541F34C5CA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68641" y="4367828"/>
            <a:ext cx="5129609" cy="1885214"/>
          </a:xfrm>
          <a:prstGeom prst="roundRect">
            <a:avLst>
              <a:gd name="adj" fmla="val 6743"/>
            </a:avLst>
          </a:prstGeom>
          <a:solidFill>
            <a:schemeClr val="tx1">
              <a:alpha val="25000"/>
            </a:schemeClr>
          </a:solidFill>
        </p:spPr>
        <p:txBody>
          <a:bodyPr lIns="251999" tIns="360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34" name="Textplatzhalter 13">
            <a:extLst>
              <a:ext uri="{FF2B5EF4-FFF2-40B4-BE49-F238E27FC236}">
                <a16:creationId xmlns:a16="http://schemas.microsoft.com/office/drawing/2014/main" id="{F140D453-1C1C-573A-D67F-B23DF459181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602821" y="4455959"/>
            <a:ext cx="618482" cy="492443"/>
          </a:xfrm>
        </p:spPr>
        <p:txBody>
          <a:bodyPr wrap="square">
            <a:spAutoFit/>
          </a:bodyPr>
          <a:lstStyle>
            <a:lvl1pPr marL="0" indent="0" algn="r">
              <a:buNone/>
              <a:defRPr sz="32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04</a:t>
            </a:r>
          </a:p>
        </p:txBody>
      </p:sp>
      <p:pic>
        <p:nvPicPr>
          <p:cNvPr id="9" name="Grafik 8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30962136-0325-45C6-2F76-5902CC85FF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517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orient="horz" pos="3940" userDrawn="1">
          <p15:clr>
            <a:srgbClr val="5ACBF0"/>
          </p15:clr>
        </p15:guide>
        <p15:guide id="3" pos="506" userDrawn="1">
          <p15:clr>
            <a:srgbClr val="5ACBF0"/>
          </p15:clr>
        </p15:guide>
        <p15:guide id="4" pos="7174" userDrawn="1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width image +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71FA70C8-18AB-A4A8-5EC2-29ECBC123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875" y="6556875"/>
            <a:ext cx="588192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A59CD13C-BBB2-EB46-B570-08D6E3877884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AEDB545B-D710-2DBF-CD8E-E53396AA2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010" y="6556875"/>
            <a:ext cx="6127477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D00CC7C-2BC5-2455-3756-558A46667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3759" y="6556875"/>
            <a:ext cx="588191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A58712F-B9FD-4486-4173-2E9568410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F303C7AA-759C-73C2-7D75-184656B0AF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100" y="5142259"/>
            <a:ext cx="3046811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0" name="Textplatzhalter 18">
            <a:extLst>
              <a:ext uri="{FF2B5EF4-FFF2-40B4-BE49-F238E27FC236}">
                <a16:creationId xmlns:a16="http://schemas.microsoft.com/office/drawing/2014/main" id="{E87E5A8F-BE19-0FFE-38B3-EC65367444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595" y="5142259"/>
            <a:ext cx="3046811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1" name="Textplatzhalter 18">
            <a:extLst>
              <a:ext uri="{FF2B5EF4-FFF2-40B4-BE49-F238E27FC236}">
                <a16:creationId xmlns:a16="http://schemas.microsoft.com/office/drawing/2014/main" id="{466A5647-63CC-9E8F-66C5-57249A42D56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0089" y="5142259"/>
            <a:ext cx="3046811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6B4827DF-EAB3-49A2-3AD2-6C60C57A1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463" y="1808163"/>
            <a:ext cx="11395074" cy="3004341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80000"/>
              </a:lnSpc>
              <a:defRPr sz="66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2CB8A91D-323B-E0AF-BD81-5B3E3DF40C6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0236" y="1118626"/>
            <a:ext cx="11393301" cy="607865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B4F26B59-954F-24E3-18E8-57BE7EC1ADE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0461" y="465583"/>
            <a:ext cx="2164416" cy="152654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8451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90" userDrawn="1">
          <p15:clr>
            <a:srgbClr val="5ACBF0"/>
          </p15:clr>
        </p15:guide>
        <p15:guide id="2" orient="horz" pos="3720" userDrawn="1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5 + 3 text box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651B2E5-689C-7D77-5D64-B15DFA65EA6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Titel 14">
            <a:extLst>
              <a:ext uri="{FF2B5EF4-FFF2-40B4-BE49-F238E27FC236}">
                <a16:creationId xmlns:a16="http://schemas.microsoft.com/office/drawing/2014/main" id="{439BD23F-2024-2902-2704-44EF80769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237" y="1039015"/>
            <a:ext cx="11395074" cy="1370905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Headline</a:t>
            </a:r>
            <a:br>
              <a:rPr lang="en-US" noProof="0"/>
            </a:br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19" name="Textplatzhalter 21">
            <a:extLst>
              <a:ext uri="{FF2B5EF4-FFF2-40B4-BE49-F238E27FC236}">
                <a16:creationId xmlns:a16="http://schemas.microsoft.com/office/drawing/2014/main" id="{394052BB-2B3E-EEC9-20D8-3971025A5F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0237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25000"/>
            </a:schemeClr>
          </a:solidFill>
        </p:spPr>
        <p:txBody>
          <a:bodyPr lIns="288000" tIns="288000" rIns="288000" bIns="288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0" name="Textplatzhalter 21">
            <a:extLst>
              <a:ext uri="{FF2B5EF4-FFF2-40B4-BE49-F238E27FC236}">
                <a16:creationId xmlns:a16="http://schemas.microsoft.com/office/drawing/2014/main" id="{918140AB-C200-FA15-241F-33812D2E59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1180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25000"/>
            </a:schemeClr>
          </a:solidFill>
        </p:spPr>
        <p:txBody>
          <a:bodyPr lIns="288000" tIns="288000" rIns="288000" bIns="288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1" name="Textplatzhalter 21">
            <a:extLst>
              <a:ext uri="{FF2B5EF4-FFF2-40B4-BE49-F238E27FC236}">
                <a16:creationId xmlns:a16="http://schemas.microsoft.com/office/drawing/2014/main" id="{D61639D5-94C4-64E2-1369-15479E154B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22123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25000"/>
            </a:schemeClr>
          </a:solidFill>
        </p:spPr>
        <p:txBody>
          <a:bodyPr lIns="288000" tIns="288000" rIns="288000" bIns="288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  <p:pic>
        <p:nvPicPr>
          <p:cNvPr id="8" name="Grafik 7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3A2551DE-2C27-32F0-5929-B11504ED3C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621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42" userDrawn="1">
          <p15:clr>
            <a:srgbClr val="5ACBF0"/>
          </p15:clr>
        </p15:guide>
        <p15:guide id="2" orient="horz" pos="3475" userDrawn="1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width image + 3 text box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19" name="Textplatzhalter 21">
            <a:extLst>
              <a:ext uri="{FF2B5EF4-FFF2-40B4-BE49-F238E27FC236}">
                <a16:creationId xmlns:a16="http://schemas.microsoft.com/office/drawing/2014/main" id="{394052BB-2B3E-EEC9-20D8-3971025A5F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0237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90000"/>
            </a:schemeClr>
          </a:solidFill>
        </p:spPr>
        <p:txBody>
          <a:bodyPr lIns="288000" tIns="288000" rIns="288000" bIns="28800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28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0" name="Textplatzhalter 21">
            <a:extLst>
              <a:ext uri="{FF2B5EF4-FFF2-40B4-BE49-F238E27FC236}">
                <a16:creationId xmlns:a16="http://schemas.microsoft.com/office/drawing/2014/main" id="{918140AB-C200-FA15-241F-33812D2E59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1180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90000"/>
            </a:schemeClr>
          </a:solidFill>
        </p:spPr>
        <p:txBody>
          <a:bodyPr lIns="288000" tIns="288000" rIns="288000" bIns="28800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28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1" name="Textplatzhalter 21">
            <a:extLst>
              <a:ext uri="{FF2B5EF4-FFF2-40B4-BE49-F238E27FC236}">
                <a16:creationId xmlns:a16="http://schemas.microsoft.com/office/drawing/2014/main" id="{D61639D5-94C4-64E2-1369-15479E154B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22123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90000"/>
            </a:schemeClr>
          </a:solidFill>
        </p:spPr>
        <p:txBody>
          <a:bodyPr lIns="288000" tIns="288000" rIns="288000" bIns="28800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28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8" name="Titel 14">
            <a:extLst>
              <a:ext uri="{FF2B5EF4-FFF2-40B4-BE49-F238E27FC236}">
                <a16:creationId xmlns:a16="http://schemas.microsoft.com/office/drawing/2014/main" id="{DBEBCD20-9DD7-04FE-BC0A-8D14B3F3B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463" y="1399874"/>
            <a:ext cx="11395074" cy="843073"/>
          </a:xfrm>
        </p:spPr>
        <p:txBody>
          <a:bodyPr anchor="ctr">
            <a:noAutofit/>
          </a:bodyPr>
          <a:lstStyle>
            <a:lvl1pPr algn="ctr"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735D629-AD8E-55A9-F2F0-554F42A3171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0461" y="465583"/>
            <a:ext cx="2164416" cy="152654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7287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42" userDrawn="1">
          <p15:clr>
            <a:srgbClr val="5ACBF0"/>
          </p15:clr>
        </p15:guide>
        <p15:guide id="2" orient="horz" pos="3475" userDrawn="1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width image + 3 small text box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13" name="Textplatzhalter 21">
            <a:extLst>
              <a:ext uri="{FF2B5EF4-FFF2-40B4-BE49-F238E27FC236}">
                <a16:creationId xmlns:a16="http://schemas.microsoft.com/office/drawing/2014/main" id="{B15B2A6E-6465-9709-D37B-AFAA9295D9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038" y="3674339"/>
            <a:ext cx="3709890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8" name="Titel 14">
            <a:extLst>
              <a:ext uri="{FF2B5EF4-FFF2-40B4-BE49-F238E27FC236}">
                <a16:creationId xmlns:a16="http://schemas.microsoft.com/office/drawing/2014/main" id="{DBEBCD20-9DD7-04FE-BC0A-8D14B3F3B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038" y="964092"/>
            <a:ext cx="11395074" cy="2065851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14" name="Textplatzhalter 21">
            <a:extLst>
              <a:ext uri="{FF2B5EF4-FFF2-40B4-BE49-F238E27FC236}">
                <a16:creationId xmlns:a16="http://schemas.microsoft.com/office/drawing/2014/main" id="{0179BC64-4263-D7AC-3F2A-7857656C84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5038" y="5491610"/>
            <a:ext cx="3709890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15" name="Textplatzhalter 21">
            <a:extLst>
              <a:ext uri="{FF2B5EF4-FFF2-40B4-BE49-F238E27FC236}">
                <a16:creationId xmlns:a16="http://schemas.microsoft.com/office/drawing/2014/main" id="{0442107D-1C8D-70EB-039B-C7FB887114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5038" y="4582974"/>
            <a:ext cx="3709890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10" name="Textplatzhalter 11">
            <a:extLst>
              <a:ext uri="{FF2B5EF4-FFF2-40B4-BE49-F238E27FC236}">
                <a16:creationId xmlns:a16="http://schemas.microsoft.com/office/drawing/2014/main" id="{737C6CFE-55E7-979D-5F21-DB3D75DF3D6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0461" y="465583"/>
            <a:ext cx="2164416" cy="152654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3960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width image + 2 small text box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16" name="Textplatzhalter 21">
            <a:extLst>
              <a:ext uri="{FF2B5EF4-FFF2-40B4-BE49-F238E27FC236}">
                <a16:creationId xmlns:a16="http://schemas.microsoft.com/office/drawing/2014/main" id="{C5E9F97C-17D0-2357-3FA7-D9E9921D33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0237" y="3794945"/>
            <a:ext cx="11395075" cy="3063055"/>
          </a:xfrm>
          <a:prstGeom prst="round2SameRect">
            <a:avLst>
              <a:gd name="adj1" fmla="val 9402"/>
              <a:gd name="adj2" fmla="val 0"/>
            </a:avLst>
          </a:prstGeom>
          <a:solidFill>
            <a:schemeClr val="tx1">
              <a:alpha val="90000"/>
            </a:schemeClr>
          </a:solidFill>
        </p:spPr>
        <p:txBody>
          <a:bodyPr lIns="432000" tIns="216000" rIns="5544000" bIns="288000" anchor="ctr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None/>
              <a:defRPr sz="44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17" name="Textplatzhalter 21">
            <a:extLst>
              <a:ext uri="{FF2B5EF4-FFF2-40B4-BE49-F238E27FC236}">
                <a16:creationId xmlns:a16="http://schemas.microsoft.com/office/drawing/2014/main" id="{F6DF1D3F-DDC4-B2D7-F2ED-6DC8A21A24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7300" y="4191802"/>
            <a:ext cx="4610002" cy="873663"/>
          </a:xfrm>
          <a:prstGeom prst="roundRect">
            <a:avLst>
              <a:gd name="adj" fmla="val 14422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18" name="Textplatzhalter 21">
            <a:extLst>
              <a:ext uri="{FF2B5EF4-FFF2-40B4-BE49-F238E27FC236}">
                <a16:creationId xmlns:a16="http://schemas.microsoft.com/office/drawing/2014/main" id="{23442E91-2B83-3B07-E9B4-4B09A67AB3D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47300" y="5377912"/>
            <a:ext cx="4610002" cy="873663"/>
          </a:xfrm>
          <a:prstGeom prst="roundRect">
            <a:avLst>
              <a:gd name="adj" fmla="val 14422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88AE2CBB-C5E8-F5A0-EAF8-10CBD0DDEE9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0461" y="465583"/>
            <a:ext cx="2164416" cy="152654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3915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387" userDrawn="1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left +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6112348" y="0"/>
            <a:ext cx="6079651" cy="6858000"/>
          </a:xfrm>
          <a:prstGeom prst="rect">
            <a:avLst/>
          </a:prstGeom>
          <a:solidFill>
            <a:srgbClr val="00264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6207" y="271305"/>
            <a:ext cx="5485744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1" y="6556875"/>
            <a:ext cx="5001942" cy="219454"/>
          </a:xfrm>
        </p:spPr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BBCE250A-42D7-D901-3D53-EF1E025A44A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814" y="1016000"/>
            <a:ext cx="5312063" cy="4903997"/>
          </a:xfrm>
        </p:spPr>
        <p:txBody>
          <a:bodyPr anchor="b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4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 dirty="0"/>
              <a:t>Headline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1B8BC4F8-94E9-E1DB-8010-0206E6E4ACC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9887" y="1015999"/>
            <a:ext cx="5312063" cy="4903997"/>
          </a:xfrm>
        </p:spPr>
        <p:txBody>
          <a:bodyPr anchor="t">
            <a:no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4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pic>
        <p:nvPicPr>
          <p:cNvPr id="6" name="Grafik 5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DF487B9A-B4D4-0E09-26E6-01371635A7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8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40" userDrawn="1">
          <p15:clr>
            <a:srgbClr val="5ACBF0"/>
          </p15:clr>
        </p15:guide>
        <p15:guide id="2" orient="horz" pos="3725" userDrawn="1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left + larger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4208926" y="0"/>
            <a:ext cx="7983073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7822" y="271305"/>
            <a:ext cx="7344129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1" y="6556875"/>
            <a:ext cx="5001942" cy="219454"/>
          </a:xfrm>
        </p:spPr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80B668F0-0E9A-9BC2-B2E5-64DCC33D3D0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814" y="1803183"/>
            <a:ext cx="3616923" cy="1575816"/>
          </a:xfrm>
        </p:spPr>
        <p:txBody>
          <a:bodyPr anchor="t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4400" b="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 dirty="0"/>
              <a:t>Headline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9339C54E-BA73-A7D4-A8D7-1302B3DD8F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2814" y="3623733"/>
            <a:ext cx="3616923" cy="2627842"/>
          </a:xfrm>
        </p:spPr>
        <p:txBody>
          <a:bodyPr anchor="t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pic>
        <p:nvPicPr>
          <p:cNvPr id="6" name="Grafik 5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488129D1-F8A8-805D-A966-B720C999EC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76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+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9013F5DB-60EA-91C9-E066-77F534F06B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43091" y="1016000"/>
            <a:ext cx="4448860" cy="4903997"/>
          </a:xfrm>
        </p:spPr>
        <p:txBody>
          <a:bodyPr anchor="ctr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4000"/>
              </a:spcAft>
              <a:buNone/>
              <a:defRPr sz="3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6D5A9824-4341-6A3F-0DC0-A1B5C5034B73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0" y="0"/>
            <a:ext cx="6079651" cy="6858000"/>
          </a:xfrm>
          <a:prstGeom prst="rect">
            <a:avLst/>
          </a:prstGeom>
          <a:solidFill>
            <a:srgbClr val="00264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5333" y="271305"/>
            <a:ext cx="552661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1" y="6556875"/>
            <a:ext cx="5001942" cy="219454"/>
          </a:xfrm>
        </p:spPr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9487F053-7B65-ACBB-E7FC-283821DDEF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814" y="1016000"/>
            <a:ext cx="5312063" cy="4903997"/>
          </a:xfrm>
        </p:spPr>
        <p:txBody>
          <a:bodyPr anchor="b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4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 dirty="0"/>
              <a:t>Headline</a:t>
            </a:r>
          </a:p>
        </p:txBody>
      </p:sp>
      <p:sp>
        <p:nvSpPr>
          <p:cNvPr id="8" name="Textplatzhalter 11">
            <a:extLst>
              <a:ext uri="{FF2B5EF4-FFF2-40B4-BE49-F238E27FC236}">
                <a16:creationId xmlns:a16="http://schemas.microsoft.com/office/drawing/2014/main" id="{E8EDC04B-3D0C-352D-02E1-75EE222379C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0461" y="465583"/>
            <a:ext cx="2164416" cy="152654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74773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25" userDrawn="1">
          <p15:clr>
            <a:srgbClr val="5ACBF0"/>
          </p15:clr>
        </p15:guide>
        <p15:guide id="2" orient="horz" pos="640" userDrawn="1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top + image botto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21">
            <a:extLst>
              <a:ext uri="{FF2B5EF4-FFF2-40B4-BE49-F238E27FC236}">
                <a16:creationId xmlns:a16="http://schemas.microsoft.com/office/drawing/2014/main" id="{134C2819-F58E-778D-4D16-1D02050301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2581" y="986335"/>
            <a:ext cx="1686838" cy="455874"/>
          </a:xfrm>
          <a:prstGeom prst="roundRect">
            <a:avLst>
              <a:gd name="adj" fmla="val 27639"/>
            </a:avLst>
          </a:prstGeom>
          <a:solidFill>
            <a:schemeClr val="tx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800" b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0" y="2641598"/>
            <a:ext cx="12192000" cy="4216401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12" name="Titel 14">
            <a:extLst>
              <a:ext uri="{FF2B5EF4-FFF2-40B4-BE49-F238E27FC236}">
                <a16:creationId xmlns:a16="http://schemas.microsoft.com/office/drawing/2014/main" id="{E5247B9E-E1D0-F1B0-34C9-3EF89DD3B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463" y="1472355"/>
            <a:ext cx="11395074" cy="963759"/>
          </a:xfrm>
        </p:spPr>
        <p:txBody>
          <a:bodyPr anchor="ctr">
            <a:noAutofit/>
          </a:bodyPr>
          <a:lstStyle>
            <a:lvl1pPr algn="ctr">
              <a:defRPr sz="5400" b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Headline</a:t>
            </a:r>
          </a:p>
        </p:txBody>
      </p:sp>
      <p:pic>
        <p:nvPicPr>
          <p:cNvPr id="6" name="Grafik 5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763770A9-A79B-D35E-3C25-FC82F93F43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646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18" userDrawn="1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op + text botto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5E02234-C335-9955-F394-203398EFF76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5037" y="4118981"/>
            <a:ext cx="5159601" cy="694971"/>
          </a:xfrm>
          <a:prstGeom prst="roundRect">
            <a:avLst>
              <a:gd name="adj" fmla="val 18130"/>
            </a:avLst>
          </a:prstGeom>
          <a:solidFill>
            <a:schemeClr val="tx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0" y="1"/>
            <a:ext cx="12192000" cy="3429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12" name="Titel 14">
            <a:extLst>
              <a:ext uri="{FF2B5EF4-FFF2-40B4-BE49-F238E27FC236}">
                <a16:creationId xmlns:a16="http://schemas.microsoft.com/office/drawing/2014/main" id="{E5247B9E-E1D0-F1B0-34C9-3EF89DD3B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463" y="1472355"/>
            <a:ext cx="11395074" cy="963759"/>
          </a:xfrm>
        </p:spPr>
        <p:txBody>
          <a:bodyPr anchor="ctr">
            <a:noAutofit/>
          </a:bodyPr>
          <a:lstStyle>
            <a:lvl1pPr algn="ctr">
              <a:defRPr sz="54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Headline</a:t>
            </a:r>
            <a:endParaRPr lang="en-US" noProof="0" dirty="0"/>
          </a:p>
        </p:txBody>
      </p:sp>
      <p:sp>
        <p:nvSpPr>
          <p:cNvPr id="23" name="Textplatzhalter 21">
            <a:extLst>
              <a:ext uri="{FF2B5EF4-FFF2-40B4-BE49-F238E27FC236}">
                <a16:creationId xmlns:a16="http://schemas.microsoft.com/office/drawing/2014/main" id="{B9789406-923B-F4B8-BD19-6CE3C162056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5037" y="5251745"/>
            <a:ext cx="5159601" cy="694971"/>
          </a:xfrm>
          <a:prstGeom prst="roundRect">
            <a:avLst>
              <a:gd name="adj" fmla="val 18130"/>
            </a:avLst>
          </a:prstGeom>
          <a:solidFill>
            <a:schemeClr val="tx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4" name="Textplatzhalter 21">
            <a:extLst>
              <a:ext uri="{FF2B5EF4-FFF2-40B4-BE49-F238E27FC236}">
                <a16:creationId xmlns:a16="http://schemas.microsoft.com/office/drawing/2014/main" id="{8B4F6CD0-D36F-6531-9E6F-814372B6CB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32349" y="4118981"/>
            <a:ext cx="5159601" cy="694971"/>
          </a:xfrm>
          <a:prstGeom prst="roundRect">
            <a:avLst>
              <a:gd name="adj" fmla="val 18130"/>
            </a:avLst>
          </a:prstGeom>
          <a:solidFill>
            <a:schemeClr val="tx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5" name="Textplatzhalter 21">
            <a:extLst>
              <a:ext uri="{FF2B5EF4-FFF2-40B4-BE49-F238E27FC236}">
                <a16:creationId xmlns:a16="http://schemas.microsoft.com/office/drawing/2014/main" id="{1D2312D9-1AA6-E7E9-B24B-7763DCA36A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2349" y="5251745"/>
            <a:ext cx="5159601" cy="694971"/>
          </a:xfrm>
          <a:prstGeom prst="roundRect">
            <a:avLst>
              <a:gd name="adj" fmla="val 18130"/>
            </a:avLst>
          </a:prstGeom>
          <a:solidFill>
            <a:schemeClr val="tx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32D8FE09-3E44-B6DD-7494-F8A8ECC47D3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0461" y="465583"/>
            <a:ext cx="2164416" cy="152654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2642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91" userDrawn="1">
          <p15:clr>
            <a:srgbClr val="5ACBF0"/>
          </p15:clr>
        </p15:guide>
        <p15:guide id="2" orient="horz" pos="3748" userDrawn="1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1 + 3 imag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ACCF73E8-10B0-0B84-1404-85AABDF6467C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4B1E-EE8E-9B42-8826-03AB784C90A8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FF5981-2895-C798-0C92-59C1B191DA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2" name="Bildplatzhalter 11">
            <a:extLst>
              <a:ext uri="{FF2B5EF4-FFF2-40B4-BE49-F238E27FC236}">
                <a16:creationId xmlns:a16="http://schemas.microsoft.com/office/drawing/2014/main" id="{316C6D6D-16BB-8646-E58E-CAAD2A8A86C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00237" y="150795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8" name="Bildplatzhalter 11">
            <a:extLst>
              <a:ext uri="{FF2B5EF4-FFF2-40B4-BE49-F238E27FC236}">
                <a16:creationId xmlns:a16="http://schemas.microsoft.com/office/drawing/2014/main" id="{076C221C-A1EE-7021-275B-815D27E4B57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48246" y="150795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10" name="Bildplatzhalter 11">
            <a:extLst>
              <a:ext uri="{FF2B5EF4-FFF2-40B4-BE49-F238E27FC236}">
                <a16:creationId xmlns:a16="http://schemas.microsoft.com/office/drawing/2014/main" id="{A2730ED5-2673-B04B-7E4C-FFD96DD2D51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096254" y="150795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D6A7D0DD-BCA8-0AE5-526E-55FE556AC15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0236" y="5544567"/>
            <a:ext cx="3695789" cy="7070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7213C2DD-ED92-586E-9FCB-C0774E184F9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48246" y="5544567"/>
            <a:ext cx="3695789" cy="7070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36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Add text</a:t>
            </a:r>
          </a:p>
          <a:p>
            <a:pPr lvl="0"/>
            <a:endParaRPr lang="en-US" noProof="0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0A0DE34-7C14-0DCF-3443-30D57AE062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96254" y="5544567"/>
            <a:ext cx="3695789" cy="7070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36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Add text</a:t>
            </a:r>
          </a:p>
          <a:p>
            <a:pPr lvl="0"/>
            <a:endParaRPr lang="en-US" noProof="0" dirty="0"/>
          </a:p>
        </p:txBody>
      </p:sp>
      <p:pic>
        <p:nvPicPr>
          <p:cNvPr id="15" name="Grafik 14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A39E1AC1-8415-F925-63D1-6F89B5B0CB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413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946" userDrawn="1">
          <p15:clr>
            <a:srgbClr val="5ACBF0"/>
          </p15:clr>
        </p15:guide>
        <p15:guide id="2" orient="horz" pos="3372" userDrawn="1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blue + 3 text boxes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CE898E0-4463-731D-C77B-A26E818186C3}"/>
              </a:ext>
            </a:extLst>
          </p:cNvPr>
          <p:cNvSpPr/>
          <p:nvPr userDrawn="1"/>
        </p:nvSpPr>
        <p:spPr>
          <a:xfrm>
            <a:off x="0" y="2641600"/>
            <a:ext cx="12192000" cy="4216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5FE332B-7ABC-895B-262C-FABC5EE7A1C1}"/>
              </a:ext>
            </a:extLst>
          </p:cNvPr>
          <p:cNvSpPr/>
          <p:nvPr/>
        </p:nvSpPr>
        <p:spPr>
          <a:xfrm>
            <a:off x="0" y="2641600"/>
            <a:ext cx="12192000" cy="4216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en-US" sz="1600" noProof="0" dirty="0">
              <a:solidFill>
                <a:schemeClr val="tx1"/>
              </a:solidFill>
            </a:endParaRPr>
          </a:p>
        </p:txBody>
      </p:sp>
      <p:sp>
        <p:nvSpPr>
          <p:cNvPr id="28" name="Textplatzhalter 21">
            <a:extLst>
              <a:ext uri="{FF2B5EF4-FFF2-40B4-BE49-F238E27FC236}">
                <a16:creationId xmlns:a16="http://schemas.microsoft.com/office/drawing/2014/main" id="{31DC8F40-CA89-035D-9FB9-427A98671A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0237" y="3125337"/>
            <a:ext cx="3569640" cy="3126237"/>
          </a:xfrm>
          <a:prstGeom prst="roundRect">
            <a:avLst>
              <a:gd name="adj" fmla="val 4857"/>
            </a:avLst>
          </a:prstGeom>
          <a:solidFill>
            <a:schemeClr val="bg1"/>
          </a:solidFill>
        </p:spPr>
        <p:txBody>
          <a:bodyPr lIns="180000" tIns="1512000" rIns="180000" bIns="0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4pPr marL="1371600" indent="0">
              <a:buNone/>
              <a:defRPr/>
            </a:lvl4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9" name="Textplatzhalter 21">
            <a:extLst>
              <a:ext uri="{FF2B5EF4-FFF2-40B4-BE49-F238E27FC236}">
                <a16:creationId xmlns:a16="http://schemas.microsoft.com/office/drawing/2014/main" id="{9E61F644-2FD9-2A07-4886-EEEC2CEF430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11273" y="3125337"/>
            <a:ext cx="3569640" cy="3126237"/>
          </a:xfrm>
          <a:prstGeom prst="roundRect">
            <a:avLst>
              <a:gd name="adj" fmla="val 4857"/>
            </a:avLst>
          </a:prstGeom>
          <a:solidFill>
            <a:schemeClr val="bg1"/>
          </a:solidFill>
        </p:spPr>
        <p:txBody>
          <a:bodyPr lIns="180000" tIns="1512000" rIns="180000" bIns="0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4pPr marL="1371600" indent="0">
              <a:buNone/>
              <a:defRPr/>
            </a:lvl4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30" name="Textplatzhalter 21">
            <a:extLst>
              <a:ext uri="{FF2B5EF4-FFF2-40B4-BE49-F238E27FC236}">
                <a16:creationId xmlns:a16="http://schemas.microsoft.com/office/drawing/2014/main" id="{117BE5BF-C985-A083-F058-60446210499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22310" y="3125337"/>
            <a:ext cx="3569640" cy="3126237"/>
          </a:xfrm>
          <a:prstGeom prst="roundRect">
            <a:avLst>
              <a:gd name="adj" fmla="val 4857"/>
            </a:avLst>
          </a:prstGeom>
          <a:solidFill>
            <a:schemeClr val="bg1"/>
          </a:solidFill>
        </p:spPr>
        <p:txBody>
          <a:bodyPr lIns="180000" tIns="1512000" rIns="180000" bIns="0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4pPr marL="1371600" indent="0">
              <a:buNone/>
              <a:defRPr/>
            </a:lvl4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0" name="Bildplatzhalter 37">
            <a:extLst>
              <a:ext uri="{FF2B5EF4-FFF2-40B4-BE49-F238E27FC236}">
                <a16:creationId xmlns:a16="http://schemas.microsoft.com/office/drawing/2014/main" id="{9007CD21-E331-59DD-B6E6-FAB99FA4476D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1667857" y="3397307"/>
            <a:ext cx="1034401" cy="1034401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AC1EB0-53BB-3243-9B08-2A1EA0BAFB8B}" type="datetime1">
              <a:rPr lang="en-US" noProof="0" smtClean="0"/>
              <a:pPr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A5A8C102-C7AE-E1B1-4044-521B5D7B79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1107996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Headline</a:t>
            </a:r>
            <a:br>
              <a:rPr lang="en-US" noProof="0"/>
            </a:br>
            <a:r>
              <a:rPr lang="en-US" b="0" noProof="0"/>
              <a:t>Headline</a:t>
            </a:r>
            <a:endParaRPr lang="en-US" b="0" noProof="0" dirty="0"/>
          </a:p>
        </p:txBody>
      </p:sp>
      <p:sp>
        <p:nvSpPr>
          <p:cNvPr id="24" name="Bildplatzhalter 37">
            <a:extLst>
              <a:ext uri="{FF2B5EF4-FFF2-40B4-BE49-F238E27FC236}">
                <a16:creationId xmlns:a16="http://schemas.microsoft.com/office/drawing/2014/main" id="{D581CC89-6C5D-A65C-46DB-83A88F5A16CB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5578893" y="3397307"/>
            <a:ext cx="1034401" cy="1034401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sp>
        <p:nvSpPr>
          <p:cNvPr id="27" name="Bildplatzhalter 37">
            <a:extLst>
              <a:ext uri="{FF2B5EF4-FFF2-40B4-BE49-F238E27FC236}">
                <a16:creationId xmlns:a16="http://schemas.microsoft.com/office/drawing/2014/main" id="{7883BF61-1DC2-091D-76A4-AD4CE358326C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489930" y="3397308"/>
            <a:ext cx="1034401" cy="1034401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Icon</a:t>
            </a:r>
            <a:endParaRPr lang="en-US" noProof="0" dirty="0"/>
          </a:p>
        </p:txBody>
      </p:sp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EF722AC8-6E02-1B30-6100-CCF02AB1B2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58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61" userDrawn="1">
          <p15:clr>
            <a:srgbClr val="5ACBF0"/>
          </p15:clr>
        </p15:guide>
        <p15:guide id="2" orient="horz" pos="3940" userDrawn="1">
          <p15:clr>
            <a:srgbClr val="5ACBF0"/>
          </p15:clr>
        </p15:guide>
        <p15:guide id="3" orient="horz" pos="1967" userDrawn="1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QA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2A66D-DFCE-334C-BD3A-FC71B59CD867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19919588-06BF-CF90-2F5F-13D15DB99A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DCF544EE-9874-C9B2-0DF6-496BC7890B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11395074" cy="4443412"/>
          </a:xfrm>
        </p:spPr>
        <p:txBody>
          <a:bodyPr wrap="square" anchor="t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40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pic>
        <p:nvPicPr>
          <p:cNvPr id="2" name="Grafik 1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61DDFA8D-31F0-8EE3-9538-6971A8A551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876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1 +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30B21BD-4326-95E7-615D-BAB10A3DCB93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4B1E-EE8E-9B42-8826-03AB784C90A8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FF5981-2895-C798-0C92-59C1B191DA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DFF7941A-9130-7A7B-108A-18590B26EE4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11395074" cy="4443412"/>
          </a:xfrm>
        </p:spPr>
        <p:txBody>
          <a:bodyPr wrap="square" anchor="t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40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pic>
        <p:nvPicPr>
          <p:cNvPr id="8" name="Grafik 7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131AC17F-2021-9A78-8C7C-611BFE1B87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782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2 +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43362708-AE5F-2424-E2BB-4AFD53628521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 flip="none" rotWithShape="1">
            <a:gsLst>
              <a:gs pos="90000">
                <a:srgbClr val="005CA9"/>
              </a:gs>
              <a:gs pos="0">
                <a:srgbClr val="71ADFF"/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FD7440A-ABE8-9EB8-477B-180253DEFEA9}"/>
              </a:ext>
            </a:extLst>
          </p:cNvPr>
          <p:cNvSpPr/>
          <p:nvPr/>
        </p:nvSpPr>
        <p:spPr>
          <a:xfrm>
            <a:off x="-1" y="-1"/>
            <a:ext cx="12192000" cy="6858000"/>
          </a:xfrm>
          <a:prstGeom prst="rect">
            <a:avLst/>
          </a:prstGeom>
          <a:gradFill flip="none" rotWithShape="1">
            <a:gsLst>
              <a:gs pos="90000">
                <a:srgbClr val="005CA9"/>
              </a:gs>
              <a:gs pos="0">
                <a:srgbClr val="71ADFF"/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20BD-985F-B24C-AB1B-306C4174C38D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4AE7F5F-7721-5C1A-4648-78A635DFB0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8A2DA6C3-0642-66F4-7872-14CCD111F0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11395074" cy="4443412"/>
          </a:xfrm>
        </p:spPr>
        <p:txBody>
          <a:bodyPr wrap="square" anchor="t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40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ctr" defTabSz="3600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Add text</a:t>
            </a:r>
          </a:p>
          <a:p>
            <a:pPr lvl="0"/>
            <a:endParaRPr lang="en-US" noProof="0" dirty="0"/>
          </a:p>
        </p:txBody>
      </p:sp>
      <p:pic>
        <p:nvPicPr>
          <p:cNvPr id="9" name="Grafik 8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063EF8E3-5878-F309-2835-AB432D2E19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53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4 + text +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4AF809C-9E39-1A44-81C9-732CDC5BE660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55000">
                <a:schemeClr val="bg1"/>
              </a:gs>
              <a:gs pos="14000">
                <a:schemeClr val="bg1"/>
              </a:gs>
              <a:gs pos="100000">
                <a:srgbClr val="6393C6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55000">
                <a:schemeClr val="bg1"/>
              </a:gs>
              <a:gs pos="14000">
                <a:schemeClr val="bg1"/>
              </a:gs>
              <a:gs pos="100000">
                <a:srgbClr val="6393C6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1EA7E588-BB1B-4D8B-714A-331B9CF47D2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11395074" cy="4443412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914C8-7C5F-FE49-BF49-2F889180DDF4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921AC4C9-F7BA-B282-2451-EE4463ED1C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0D7D275D-13F3-898C-B158-EBE16D12C5A0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6417416" y="1135405"/>
            <a:ext cx="5372101" cy="5722595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pic>
        <p:nvPicPr>
          <p:cNvPr id="9" name="Grafik 8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391B70AB-52F3-DE6B-923A-7D57B5D38B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14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5 + blue shape with text +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366C960-AE82-4DE6-3224-F44988D814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extplatzhalter 21">
            <a:extLst>
              <a:ext uri="{FF2B5EF4-FFF2-40B4-BE49-F238E27FC236}">
                <a16:creationId xmlns:a16="http://schemas.microsoft.com/office/drawing/2014/main" id="{E2B2D849-D938-48CD-3A96-04DB0D14C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050" y="2203696"/>
            <a:ext cx="9163053" cy="3511304"/>
          </a:xfrm>
          <a:prstGeom prst="roundRect">
            <a:avLst>
              <a:gd name="adj" fmla="val 3588"/>
            </a:avLst>
          </a:prstGeom>
          <a:solidFill>
            <a:schemeClr val="accent6"/>
          </a:solidFill>
        </p:spPr>
        <p:txBody>
          <a:bodyPr lIns="1368000" tIns="0" rIns="0" bIns="0" anchor="ctr">
            <a:noAutofit/>
          </a:bodyPr>
          <a:lstStyle>
            <a:lvl1pPr marL="0" indent="0" algn="l">
              <a:spcBef>
                <a:spcPts val="0"/>
              </a:spcBef>
              <a:buClr>
                <a:schemeClr val="bg1"/>
              </a:buClr>
              <a:buNone/>
              <a:defRPr sz="60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3A14E167-39B9-9C54-31FA-0970BD3BF0C6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400050" y="1108406"/>
            <a:ext cx="3733800" cy="5749594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pic>
        <p:nvPicPr>
          <p:cNvPr id="8" name="Grafik 7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8A299C25-7205-ED4D-6327-58D99ED0AB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477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89" userDrawn="1">
          <p15:clr>
            <a:srgbClr val="5ACBF0"/>
          </p15:clr>
        </p15:guide>
        <p15:guide id="2" orient="horz" pos="3603" userDrawn="1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5 + image +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81C47D8-5CC1-AF33-330B-C97D11459D6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CA733F10-6FBB-75DA-1526-E6698C11C23A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400050" y="1108406"/>
            <a:ext cx="7829550" cy="5749594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670B457E-F786-333D-4D58-A64A600937F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93867" y="1682295"/>
            <a:ext cx="6598083" cy="4569280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pic>
        <p:nvPicPr>
          <p:cNvPr id="8" name="Grafik 7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814012D3-53CB-01CA-5353-69227F493C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32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-width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71FA70C8-18AB-A4A8-5EC2-29ECBC123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875" y="6556875"/>
            <a:ext cx="588192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A59CD13C-BBB2-EB46-B570-08D6E3877884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AEDB545B-D710-2DBF-CD8E-E53396AA2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010" y="6556875"/>
            <a:ext cx="6127477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D00CC7C-2BC5-2455-3756-558A46667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3759" y="6556875"/>
            <a:ext cx="588191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A58712F-B9FD-4486-4173-2E9568410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16DD76AD-FD5A-3241-24E5-1D64A520658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0461" y="465583"/>
            <a:ext cx="2164416" cy="152654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6358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6C83138-BB26-4741-1BDC-F26CE11E24A2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4B1E-EE8E-9B42-8826-03AB784C90A8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FF5981-2895-C798-0C92-59C1B191DA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pic>
        <p:nvPicPr>
          <p:cNvPr id="8" name="Grafik 7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252C1480-6CA0-1BD7-5BF3-E8CA497DE0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738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86260CD-4B4F-353B-1875-78E81571B789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 flip="none" rotWithShape="1">
            <a:gsLst>
              <a:gs pos="90000">
                <a:srgbClr val="005CA9"/>
              </a:gs>
              <a:gs pos="0">
                <a:srgbClr val="71ADFF"/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FD7440A-ABE8-9EB8-477B-180253DEFEA9}"/>
              </a:ext>
            </a:extLst>
          </p:cNvPr>
          <p:cNvSpPr/>
          <p:nvPr/>
        </p:nvSpPr>
        <p:spPr>
          <a:xfrm>
            <a:off x="-1" y="-1"/>
            <a:ext cx="12192000" cy="6858000"/>
          </a:xfrm>
          <a:prstGeom prst="rect">
            <a:avLst/>
          </a:prstGeom>
          <a:gradFill flip="none" rotWithShape="1">
            <a:gsLst>
              <a:gs pos="90000">
                <a:srgbClr val="005CA9"/>
              </a:gs>
              <a:gs pos="0">
                <a:srgbClr val="71ADFF"/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20BD-985F-B24C-AB1B-306C4174C38D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4AE7F5F-7721-5C1A-4648-78A635DFB0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pic>
        <p:nvPicPr>
          <p:cNvPr id="8" name="Grafik 7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BA1C1ADB-24A0-1205-ED3C-7E20FE02CF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684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B23F233-FF94-CDB5-B450-929B3EC79131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55000">
                <a:schemeClr val="bg1"/>
              </a:gs>
              <a:gs pos="14000">
                <a:schemeClr val="bg1"/>
              </a:gs>
              <a:gs pos="100000">
                <a:srgbClr val="6393C6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55000">
                <a:schemeClr val="bg1"/>
              </a:gs>
              <a:gs pos="14000">
                <a:schemeClr val="bg1"/>
              </a:gs>
              <a:gs pos="100000">
                <a:srgbClr val="6393C6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914C8-7C5F-FE49-BF49-2F889180DDF4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921AC4C9-F7BA-B282-2451-EE4463ED1C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C25DD7F6-EC79-C9DF-36A1-97F2F5A8AF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288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65A09C2-2C97-9731-038A-517C071CB2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pic>
        <p:nvPicPr>
          <p:cNvPr id="8" name="Grafik 7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1B152EFB-6EE4-2A16-8B76-8053DC3AC9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1" y="465583"/>
            <a:ext cx="2164416" cy="1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1886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 +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A04B3C58-63F7-6491-8DE4-4C3E66008335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6112349" y="0"/>
            <a:ext cx="6079651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Add image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51B4BE4C-EF8B-A124-B931-94A022B5EB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5211444" cy="2992437"/>
          </a:xfrm>
        </p:spPr>
        <p:txBody>
          <a:bodyPr wrap="square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 dirty="0"/>
              <a:t>Thank you </a:t>
            </a:r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B7800E84-48C2-B591-51A4-0105DC84120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6876" y="5013960"/>
            <a:ext cx="5211444" cy="1237616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pic>
        <p:nvPicPr>
          <p:cNvPr id="5" name="Grafik 4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6AE1E389-0FE9-A411-6304-D6BB5076C6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76" y="333375"/>
            <a:ext cx="2170050" cy="109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430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0" userDrawn="1">
          <p15:clr>
            <a:srgbClr val="5ACBF0"/>
          </p15:clr>
        </p15:guide>
        <p15:guide id="2" orient="horz" pos="3940" userDrawn="1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UNIQA_PPT Template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en-US" noProof="0" dirty="0"/>
              <a:t>Chapter headline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51B4BE4C-EF8B-A124-B931-94A022B5EB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5" y="1808163"/>
            <a:ext cx="11395075" cy="2992437"/>
          </a:xfrm>
        </p:spPr>
        <p:txBody>
          <a:bodyPr wrap="square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 dirty="0"/>
              <a:t>Thank you </a:t>
            </a:r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B7800E84-48C2-B591-51A4-0105DC84120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6875" y="5013960"/>
            <a:ext cx="11395075" cy="1237616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pic>
        <p:nvPicPr>
          <p:cNvPr id="5" name="Grafik 4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20B9BCAB-241C-D45B-DE63-EB01FDFC98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76" y="333375"/>
            <a:ext cx="2170050" cy="109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944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0">
          <p15:clr>
            <a:srgbClr val="5ACBF0"/>
          </p15:clr>
        </p15:guide>
        <p15:guide id="2" orient="horz" pos="3940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 Textfe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A0A93F3F-AC74-EE97-B87D-9CC71F0BA4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9390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A93F3F-AC74-EE97-B87D-9CC71F0BA4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19.02.2026</a:t>
            </a:r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| Produktmanagement und Innovation – KV Fachmanagement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‹Nr.›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 vert="horz">
            <a:noAutofit/>
          </a:bodyPr>
          <a:lstStyle>
            <a:lvl1pPr>
              <a:defRPr sz="28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0C8B49C-710C-410C-F23A-A38BB8F97F8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997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  <p15:guide id="2" orient="horz" pos="3929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22A0A803-45ED-4E9E-AC17-D7FBCDBA34EC}"/>
              </a:ext>
            </a:extLst>
          </p:cNvPr>
          <p:cNvGraphicFramePr>
            <a:graphicFrameLocks noChangeAspect="1"/>
          </p:cNvGraphicFramePr>
          <p:nvPr>
            <p:custDataLst>
              <p:tags r:id="rId72"/>
            </p:custDataLst>
            <p:extLst>
              <p:ext uri="{D42A27DB-BD31-4B8C-83A1-F6EECF244321}">
                <p14:modId xmlns:p14="http://schemas.microsoft.com/office/powerpoint/2010/main" val="13352084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4" imgW="411" imgH="412" progId="TCLayout.ActiveDocument.1">
                  <p:embed/>
                </p:oleObj>
              </mc:Choice>
              <mc:Fallback>
                <p:oleObj name="think-cell Slide" r:id="rId74" imgW="411" imgH="412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22A0A803-45ED-4E9E-AC17-D7FBCDBA34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765A233-BE70-43F9-810C-13139BE5D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6" y="365125"/>
            <a:ext cx="11395074" cy="10396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Headline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788AF5-789D-4C61-9C18-D1B0DF7DD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876" y="1808163"/>
            <a:ext cx="11395074" cy="4443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Double tap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712E8A-280C-4CEC-9EA7-933F3251A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875" y="6556875"/>
            <a:ext cx="588192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F2339155-F0A4-8949-9A41-8C368C13357E}" type="datetime1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A2971B-3E47-4B80-9470-25503E740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010" y="6556875"/>
            <a:ext cx="6127477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UNIQA_PPT Template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C6E529-9BC8-44A8-8052-B611D7597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3759" y="6556875"/>
            <a:ext cx="588191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5BDD6B68-FE23-D43A-03BA-F9409FFDE9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3"/>
            </p:custDataLst>
            <p:extLst>
              <p:ext uri="{D42A27DB-BD31-4B8C-83A1-F6EECF244321}">
                <p14:modId xmlns:p14="http://schemas.microsoft.com/office/powerpoint/2010/main" val="13352084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74" imgW="411" imgH="412" progId="TCLayout.ActiveDocument.1">
                  <p:embed/>
                </p:oleObj>
              </mc:Choice>
              <mc:Fallback>
                <p:oleObj name="think-cell Folie" r:id="rId74" imgW="411" imgH="412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5BDD6B68-FE23-D43A-03BA-F9409FFDE9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86272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3948" r:id="rId2"/>
    <p:sldLayoutId id="2147483959" r:id="rId3"/>
    <p:sldLayoutId id="2147483949" r:id="rId4"/>
    <p:sldLayoutId id="2147483960" r:id="rId5"/>
    <p:sldLayoutId id="2147483950" r:id="rId6"/>
    <p:sldLayoutId id="2147483961" r:id="rId7"/>
    <p:sldLayoutId id="2147483951" r:id="rId8"/>
    <p:sldLayoutId id="2147483962" r:id="rId9"/>
    <p:sldLayoutId id="2147483945" r:id="rId10"/>
    <p:sldLayoutId id="2147483963" r:id="rId11"/>
    <p:sldLayoutId id="2147483953" r:id="rId12"/>
    <p:sldLayoutId id="2147483892" r:id="rId13"/>
    <p:sldLayoutId id="2147483893" r:id="rId14"/>
    <p:sldLayoutId id="2147483915" r:id="rId15"/>
    <p:sldLayoutId id="2147483957" r:id="rId16"/>
    <p:sldLayoutId id="2147483914" r:id="rId17"/>
    <p:sldLayoutId id="2147483967" r:id="rId18"/>
    <p:sldLayoutId id="2147483968" r:id="rId19"/>
    <p:sldLayoutId id="2147483894" r:id="rId20"/>
    <p:sldLayoutId id="2147483895" r:id="rId21"/>
    <p:sldLayoutId id="2147483896" r:id="rId22"/>
    <p:sldLayoutId id="2147483897" r:id="rId23"/>
    <p:sldLayoutId id="2147483898" r:id="rId24"/>
    <p:sldLayoutId id="2147483899" r:id="rId25"/>
    <p:sldLayoutId id="2147483900" r:id="rId26"/>
    <p:sldLayoutId id="2147483901" r:id="rId27"/>
    <p:sldLayoutId id="2147483902" r:id="rId28"/>
    <p:sldLayoutId id="2147483903" r:id="rId29"/>
    <p:sldLayoutId id="2147483964" r:id="rId30"/>
    <p:sldLayoutId id="2147483946" r:id="rId31"/>
    <p:sldLayoutId id="2147483965" r:id="rId32"/>
    <p:sldLayoutId id="2147483947" r:id="rId33"/>
    <p:sldLayoutId id="2147483904" r:id="rId34"/>
    <p:sldLayoutId id="2147483905" r:id="rId35"/>
    <p:sldLayoutId id="2147483906" r:id="rId36"/>
    <p:sldLayoutId id="2147483907" r:id="rId37"/>
    <p:sldLayoutId id="2147483908" r:id="rId38"/>
    <p:sldLayoutId id="2147483909" r:id="rId39"/>
    <p:sldLayoutId id="2147483910" r:id="rId40"/>
    <p:sldLayoutId id="2147483911" r:id="rId41"/>
    <p:sldLayoutId id="2147483912" r:id="rId42"/>
    <p:sldLayoutId id="2147483913" r:id="rId43"/>
    <p:sldLayoutId id="2147483918" r:id="rId44"/>
    <p:sldLayoutId id="2147483919" r:id="rId45"/>
    <p:sldLayoutId id="2147483920" r:id="rId46"/>
    <p:sldLayoutId id="2147483921" r:id="rId47"/>
    <p:sldLayoutId id="2147483922" r:id="rId48"/>
    <p:sldLayoutId id="2147483923" r:id="rId49"/>
    <p:sldLayoutId id="2147483924" r:id="rId50"/>
    <p:sldLayoutId id="2147483925" r:id="rId51"/>
    <p:sldLayoutId id="2147483926" r:id="rId52"/>
    <p:sldLayoutId id="2147483927" r:id="rId53"/>
    <p:sldLayoutId id="2147483928" r:id="rId54"/>
    <p:sldLayoutId id="2147483929" r:id="rId55"/>
    <p:sldLayoutId id="2147483930" r:id="rId56"/>
    <p:sldLayoutId id="2147483937" r:id="rId57"/>
    <p:sldLayoutId id="2147483931" r:id="rId58"/>
    <p:sldLayoutId id="2147483932" r:id="rId59"/>
    <p:sldLayoutId id="2147483933" r:id="rId60"/>
    <p:sldLayoutId id="2147483934" r:id="rId61"/>
    <p:sldLayoutId id="2147483935" r:id="rId62"/>
    <p:sldLayoutId id="2147483936" r:id="rId63"/>
    <p:sldLayoutId id="2147483938" r:id="rId64"/>
    <p:sldLayoutId id="2147483939" r:id="rId65"/>
    <p:sldLayoutId id="2147483940" r:id="rId66"/>
    <p:sldLayoutId id="2147483941" r:id="rId67"/>
    <p:sldLayoutId id="2147483943" r:id="rId68"/>
    <p:sldLayoutId id="2147483954" r:id="rId69"/>
    <p:sldLayoutId id="2147483970" r:id="rId7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3600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00" indent="-216000" algn="l" defTabSz="3600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6000" indent="-216000" algn="l" defTabSz="3600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96000" indent="-216000" algn="l" defTabSz="3600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656000" indent="-216000" algn="l" defTabSz="3600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250" userDrawn="1">
          <p15:clr>
            <a:srgbClr val="FBAE40"/>
          </p15:clr>
        </p15:guide>
        <p15:guide id="8" pos="7428" userDrawn="1">
          <p15:clr>
            <a:srgbClr val="FBAE40"/>
          </p15:clr>
        </p15:guide>
        <p15:guide id="10" orient="horz" pos="210" userDrawn="1">
          <p15:clr>
            <a:srgbClr val="FBAE40"/>
          </p15:clr>
        </p15:guide>
        <p15:guide id="12" orient="horz" pos="4081" userDrawn="1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13" Type="http://schemas.openxmlformats.org/officeDocument/2006/relationships/image" Target="../media/image46.png"/><Relationship Id="rId18" Type="http://schemas.openxmlformats.org/officeDocument/2006/relationships/image" Target="../media/image51.svg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54.png"/><Relationship Id="rId7" Type="http://schemas.openxmlformats.org/officeDocument/2006/relationships/image" Target="../media/image40.png"/><Relationship Id="rId12" Type="http://schemas.openxmlformats.org/officeDocument/2006/relationships/image" Target="../media/image45.svg"/><Relationship Id="rId17" Type="http://schemas.openxmlformats.org/officeDocument/2006/relationships/image" Target="../media/image50.png"/><Relationship Id="rId2" Type="http://schemas.openxmlformats.org/officeDocument/2006/relationships/slideLayout" Target="../slideLayouts/slideLayout70.xml"/><Relationship Id="rId16" Type="http://schemas.openxmlformats.org/officeDocument/2006/relationships/image" Target="../media/image49.svg"/><Relationship Id="rId20" Type="http://schemas.openxmlformats.org/officeDocument/2006/relationships/image" Target="../media/image53.svg"/><Relationship Id="rId1" Type="http://schemas.openxmlformats.org/officeDocument/2006/relationships/tags" Target="../tags/tag5.xml"/><Relationship Id="rId6" Type="http://schemas.openxmlformats.org/officeDocument/2006/relationships/hyperlink" Target="https://experience.adobe.com/#/@uniqa/so:uniqai1/analytics/spa/" TargetMode="External"/><Relationship Id="rId11" Type="http://schemas.openxmlformats.org/officeDocument/2006/relationships/image" Target="../media/image44.png"/><Relationship Id="rId5" Type="http://schemas.openxmlformats.org/officeDocument/2006/relationships/image" Target="../media/image39.emf"/><Relationship Id="rId15" Type="http://schemas.openxmlformats.org/officeDocument/2006/relationships/image" Target="../media/image48.png"/><Relationship Id="rId10" Type="http://schemas.openxmlformats.org/officeDocument/2006/relationships/image" Target="../media/image43.svg"/><Relationship Id="rId19" Type="http://schemas.openxmlformats.org/officeDocument/2006/relationships/image" Target="../media/image52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42.png"/><Relationship Id="rId14" Type="http://schemas.openxmlformats.org/officeDocument/2006/relationships/image" Target="../media/image47.svg"/><Relationship Id="rId22" Type="http://schemas.openxmlformats.org/officeDocument/2006/relationships/image" Target="../media/image5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13" Type="http://schemas.openxmlformats.org/officeDocument/2006/relationships/image" Target="../media/image46.png"/><Relationship Id="rId18" Type="http://schemas.openxmlformats.org/officeDocument/2006/relationships/image" Target="../media/image51.svg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54.png"/><Relationship Id="rId7" Type="http://schemas.openxmlformats.org/officeDocument/2006/relationships/image" Target="../media/image40.png"/><Relationship Id="rId12" Type="http://schemas.openxmlformats.org/officeDocument/2006/relationships/image" Target="../media/image45.svg"/><Relationship Id="rId17" Type="http://schemas.openxmlformats.org/officeDocument/2006/relationships/image" Target="../media/image50.png"/><Relationship Id="rId2" Type="http://schemas.openxmlformats.org/officeDocument/2006/relationships/slideLayout" Target="../slideLayouts/slideLayout70.xml"/><Relationship Id="rId16" Type="http://schemas.openxmlformats.org/officeDocument/2006/relationships/image" Target="../media/image49.svg"/><Relationship Id="rId20" Type="http://schemas.openxmlformats.org/officeDocument/2006/relationships/image" Target="../media/image53.svg"/><Relationship Id="rId1" Type="http://schemas.openxmlformats.org/officeDocument/2006/relationships/tags" Target="../tags/tag6.xml"/><Relationship Id="rId6" Type="http://schemas.openxmlformats.org/officeDocument/2006/relationships/hyperlink" Target="https://experience.adobe.com/#/@uniqa/so:uniqai1/analytics/spa/" TargetMode="External"/><Relationship Id="rId11" Type="http://schemas.openxmlformats.org/officeDocument/2006/relationships/image" Target="../media/image44.png"/><Relationship Id="rId5" Type="http://schemas.openxmlformats.org/officeDocument/2006/relationships/image" Target="../media/image39.emf"/><Relationship Id="rId15" Type="http://schemas.openxmlformats.org/officeDocument/2006/relationships/image" Target="../media/image48.png"/><Relationship Id="rId10" Type="http://schemas.openxmlformats.org/officeDocument/2006/relationships/image" Target="../media/image43.svg"/><Relationship Id="rId19" Type="http://schemas.openxmlformats.org/officeDocument/2006/relationships/image" Target="../media/image52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42.png"/><Relationship Id="rId14" Type="http://schemas.openxmlformats.org/officeDocument/2006/relationships/image" Target="../media/image47.svg"/><Relationship Id="rId22" Type="http://schemas.openxmlformats.org/officeDocument/2006/relationships/image" Target="../media/image5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oleObject" Target="../embeddings/oleObject4.bin"/><Relationship Id="rId7" Type="http://schemas.openxmlformats.org/officeDocument/2006/relationships/image" Target="../media/image48.png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51F8AB-D64D-82F7-992F-94461F77B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1</a:t>
            </a:fld>
            <a:endParaRPr lang="de-AT" noProof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F994A2F-EA99-85B9-89A7-831F78149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206650"/>
            <a:ext cx="11115675" cy="626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0515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1257039-88A5-0C6D-1BBF-E6BE797A0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2414075A-0296-7F2F-7247-2BA7AA1C4AB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9" imgH="350" progId="TCLayout.ActiveDocument.1">
                  <p:embed/>
                </p:oleObj>
              </mc:Choice>
              <mc:Fallback>
                <p:oleObj name="think-cell Slide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414075A-0296-7F2F-7247-2BA7AA1C4A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Rechteck: abgerundete Ecken 52">
            <a:extLst>
              <a:ext uri="{FF2B5EF4-FFF2-40B4-BE49-F238E27FC236}">
                <a16:creationId xmlns:a16="http://schemas.microsoft.com/office/drawing/2014/main" id="{0BCB00C9-4426-045C-E813-3894AB5FA4BE}"/>
              </a:ext>
            </a:extLst>
          </p:cNvPr>
          <p:cNvSpPr/>
          <p:nvPr/>
        </p:nvSpPr>
        <p:spPr>
          <a:xfrm>
            <a:off x="412029" y="2492944"/>
            <a:ext cx="7735759" cy="3748984"/>
          </a:xfrm>
          <a:prstGeom prst="roundRect">
            <a:avLst>
              <a:gd name="adj" fmla="val 353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t" anchorCtr="0"/>
          <a:lstStyle/>
          <a:p>
            <a:pPr marL="171450" indent="-171450" algn="l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de-DE" sz="1050" b="1">
              <a:solidFill>
                <a:schemeClr val="tx1"/>
              </a:solidFill>
            </a:endParaRPr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22A69EDB-7F28-4BDE-E3F3-70696F978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6" y="917607"/>
            <a:ext cx="11414124" cy="739599"/>
          </a:xfrm>
        </p:spPr>
        <p:txBody>
          <a:bodyPr vert="horz"/>
          <a:lstStyle/>
          <a:p>
            <a:r>
              <a:rPr lang="de-DE" err="1"/>
              <a:t>Funnelübersicht</a:t>
            </a:r>
            <a:r>
              <a:rPr lang="de-DE"/>
              <a:t> Online-Abschluss: Erstmalige Preisanzeige und finaler Preis führen zum höchsten Drop-off</a:t>
            </a:r>
            <a:br>
              <a:rPr lang="de-DE"/>
            </a:br>
            <a:endParaRPr lang="en-US"/>
          </a:p>
        </p:txBody>
      </p:sp>
      <p:sp>
        <p:nvSpPr>
          <p:cNvPr id="85" name="Date Placeholder 1">
            <a:extLst>
              <a:ext uri="{FF2B5EF4-FFF2-40B4-BE49-F238E27FC236}">
                <a16:creationId xmlns:a16="http://schemas.microsoft.com/office/drawing/2014/main" id="{FE5CC9E8-1E27-E228-3F3C-FB0D4DED83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875" y="6556875"/>
            <a:ext cx="588192" cy="21945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19.02.2026</a:t>
            </a:r>
            <a:endParaRPr kumimoji="0" lang="de-AT" sz="900" b="0" i="0" u="none" strike="noStrike" kern="1200" cap="none" spc="0" normalizeH="0" baseline="0" noProof="0">
              <a:ln>
                <a:noFill/>
              </a:ln>
              <a:solidFill>
                <a:srgbClr val="005CA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7" name="Slide Number Placeholder 3">
            <a:extLst>
              <a:ext uri="{FF2B5EF4-FFF2-40B4-BE49-F238E27FC236}">
                <a16:creationId xmlns:a16="http://schemas.microsoft.com/office/drawing/2014/main" id="{C67E425A-EB16-5767-B930-BA6DCEBBB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3759" y="6556875"/>
            <a:ext cx="588191" cy="219454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52981-3CA4-4342-A3CD-6DEDCD14014C}" type="slidenum">
              <a:rPr kumimoji="0" lang="de-AT" sz="900" b="0" i="0" u="none" strike="noStrike" kern="1200" cap="none" spc="0" normalizeH="0" baseline="0" noProof="0" smtClean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AT" sz="900" b="0" i="0" u="none" strike="noStrike" kern="1200" cap="none" spc="0" normalizeH="0" baseline="0" noProof="0">
              <a:ln>
                <a:noFill/>
              </a:ln>
              <a:solidFill>
                <a:srgbClr val="005CA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50FC73CA-855F-89EF-AD5A-E7C2F13F48DC}"/>
              </a:ext>
            </a:extLst>
          </p:cNvPr>
          <p:cNvSpPr txBox="1"/>
          <p:nvPr/>
        </p:nvSpPr>
        <p:spPr>
          <a:xfrm>
            <a:off x="8760822" y="6508308"/>
            <a:ext cx="2737031" cy="2413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3000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  <a:r>
              <a:rPr kumimoji="0" lang="de-AT" sz="9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Zeitraum der </a:t>
            </a:r>
            <a:r>
              <a:rPr kumimoji="0" lang="de-AT" sz="9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Daten</a:t>
            </a:r>
            <a:r>
              <a:rPr kumimoji="0" lang="de-AT" sz="9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10.12.2025 bis 01.02.2026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1B2FF05-9F7E-D365-52F4-C2B8466D8F8F}"/>
              </a:ext>
            </a:extLst>
          </p:cNvPr>
          <p:cNvGrpSpPr/>
          <p:nvPr/>
        </p:nvGrpSpPr>
        <p:grpSpPr>
          <a:xfrm>
            <a:off x="5752617" y="3529001"/>
            <a:ext cx="2157726" cy="720000"/>
            <a:chOff x="5752617" y="3321908"/>
            <a:chExt cx="2157726" cy="720000"/>
          </a:xfrm>
        </p:grpSpPr>
        <p:pic>
          <p:nvPicPr>
            <p:cNvPr id="68" name="Grafik 67" descr="Erdgeschoss Silhouette">
              <a:extLst>
                <a:ext uri="{FF2B5EF4-FFF2-40B4-BE49-F238E27FC236}">
                  <a16:creationId xmlns:a16="http://schemas.microsoft.com/office/drawing/2014/main" id="{C968C8FD-9770-F03B-0CAC-779AC666C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52617" y="3321908"/>
              <a:ext cx="720000" cy="720000"/>
            </a:xfrm>
            <a:prstGeom prst="rect">
              <a:avLst/>
            </a:prstGeom>
          </p:spPr>
        </p:pic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3BA11FF1-5DC9-A4B0-1570-FC8748E1F445}"/>
                </a:ext>
              </a:extLst>
            </p:cNvPr>
            <p:cNvSpPr txBox="1"/>
            <p:nvPr/>
          </p:nvSpPr>
          <p:spPr>
            <a:xfrm>
              <a:off x="6356083" y="3473489"/>
              <a:ext cx="1554260" cy="41236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CA9"/>
                </a:buClr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5CA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Drop-off 66%</a:t>
              </a:r>
              <a:r>
                <a:rPr kumimoji="0" lang="en-US" sz="1600" b="1" i="0" u="none" strike="noStrike" kern="1200" cap="none" spc="0" normalizeH="0" baseline="30000" noProof="0">
                  <a:ln>
                    <a:noFill/>
                  </a:ln>
                  <a:solidFill>
                    <a:srgbClr val="005CA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BEDD3C4-4283-EB47-DAC3-4CE7A74C7E5B}"/>
              </a:ext>
            </a:extLst>
          </p:cNvPr>
          <p:cNvGrpSpPr/>
          <p:nvPr/>
        </p:nvGrpSpPr>
        <p:grpSpPr>
          <a:xfrm>
            <a:off x="1416063" y="4147634"/>
            <a:ext cx="2259969" cy="720000"/>
            <a:chOff x="1416063" y="4026266"/>
            <a:chExt cx="2259969" cy="720000"/>
          </a:xfrm>
        </p:grpSpPr>
        <p:pic>
          <p:nvPicPr>
            <p:cNvPr id="66" name="Grafik 65" descr="Erdgeschoss Silhouette">
              <a:extLst>
                <a:ext uri="{FF2B5EF4-FFF2-40B4-BE49-F238E27FC236}">
                  <a16:creationId xmlns:a16="http://schemas.microsoft.com/office/drawing/2014/main" id="{DE5F65F9-925D-6EB0-0DA8-08BA1F275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956032" y="4026266"/>
              <a:ext cx="720000" cy="720000"/>
            </a:xfrm>
            <a:prstGeom prst="rect">
              <a:avLst/>
            </a:prstGeom>
          </p:spPr>
        </p:pic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5B779E06-1106-1192-9673-9C6497667292}"/>
                </a:ext>
              </a:extLst>
            </p:cNvPr>
            <p:cNvSpPr txBox="1"/>
            <p:nvPr/>
          </p:nvSpPr>
          <p:spPr>
            <a:xfrm>
              <a:off x="1416063" y="4180082"/>
              <a:ext cx="1554260" cy="41236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CA9"/>
                </a:buClr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5CA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Drop-off 24%</a:t>
              </a:r>
              <a:r>
                <a:rPr kumimoji="0" lang="en-US" sz="1600" b="1" i="0" u="none" strike="noStrike" kern="1200" cap="none" spc="0" normalizeH="0" baseline="30000" noProof="0">
                  <a:ln>
                    <a:noFill/>
                  </a:ln>
                  <a:solidFill>
                    <a:srgbClr val="005CA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1</a:t>
              </a: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C9CAD3A-1341-C929-0F8E-05200CB14B61}"/>
              </a:ext>
            </a:extLst>
          </p:cNvPr>
          <p:cNvGrpSpPr/>
          <p:nvPr/>
        </p:nvGrpSpPr>
        <p:grpSpPr>
          <a:xfrm>
            <a:off x="5055529" y="5065798"/>
            <a:ext cx="2213037" cy="720000"/>
            <a:chOff x="5055529" y="4858705"/>
            <a:chExt cx="2213037" cy="720000"/>
          </a:xfrm>
        </p:grpSpPr>
        <p:pic>
          <p:nvPicPr>
            <p:cNvPr id="70" name="Grafik 69" descr="Erdgeschoss Silhouette">
              <a:extLst>
                <a:ext uri="{FF2B5EF4-FFF2-40B4-BE49-F238E27FC236}">
                  <a16:creationId xmlns:a16="http://schemas.microsoft.com/office/drawing/2014/main" id="{DE9DCC65-DA67-6313-847F-5D60F0AF94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055529" y="4858705"/>
              <a:ext cx="720000" cy="720000"/>
            </a:xfrm>
            <a:prstGeom prst="rect">
              <a:avLst/>
            </a:prstGeom>
          </p:spPr>
        </p:pic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77E2487D-3557-0FD8-6F39-B717698C1664}"/>
                </a:ext>
              </a:extLst>
            </p:cNvPr>
            <p:cNvSpPr txBox="1"/>
            <p:nvPr/>
          </p:nvSpPr>
          <p:spPr>
            <a:xfrm>
              <a:off x="5714306" y="5045328"/>
              <a:ext cx="1554260" cy="41236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CA9"/>
                </a:buClr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5CA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Drop-off 78%</a:t>
              </a:r>
              <a:r>
                <a:rPr kumimoji="0" lang="en-US" sz="1600" b="1" i="0" u="none" strike="noStrike" kern="1200" cap="none" spc="0" normalizeH="0" baseline="30000" noProof="0">
                  <a:ln>
                    <a:noFill/>
                  </a:ln>
                  <a:solidFill>
                    <a:srgbClr val="005CA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1</a:t>
              </a: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75" name="Rechteck: abgerundete Ecken 74">
            <a:extLst>
              <a:ext uri="{FF2B5EF4-FFF2-40B4-BE49-F238E27FC236}">
                <a16:creationId xmlns:a16="http://schemas.microsoft.com/office/drawing/2014/main" id="{B54CFA54-5F1A-B9C0-5E97-746A3DF3855A}"/>
              </a:ext>
            </a:extLst>
          </p:cNvPr>
          <p:cNvSpPr/>
          <p:nvPr/>
        </p:nvSpPr>
        <p:spPr>
          <a:xfrm>
            <a:off x="8839200" y="2492943"/>
            <a:ext cx="2952751" cy="3744345"/>
          </a:xfrm>
          <a:prstGeom prst="roundRect">
            <a:avLst>
              <a:gd name="adj" fmla="val 524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AT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Hoher Drop-off </a:t>
            </a:r>
            <a:r>
              <a:rPr kumimoji="0" lang="de-AT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bei erstmaliger Preisanzeige </a:t>
            </a:r>
            <a:r>
              <a:rPr kumimoji="0" lang="de-AT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normal</a:t>
            </a:r>
            <a:r>
              <a:rPr kumimoji="0" lang="de-AT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im Onlineabschluss </a:t>
            </a:r>
            <a:r>
              <a:rPr kumimoji="0" lang="de-AT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de-AT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Informationsbedarf des Kunden</a:t>
            </a:r>
            <a:br>
              <a:rPr kumimoji="0" lang="de-AT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</a:br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Wingdings" panose="05000000000000000000" pitchFamily="2" charset="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AT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ROPO* </a:t>
            </a:r>
            <a:r>
              <a:rPr kumimoji="0" lang="de-AT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Side Effekt</a:t>
            </a:r>
            <a:br>
              <a:rPr kumimoji="0" lang="de-AT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</a:br>
            <a:r>
              <a:rPr kumimoji="0" lang="de-AT" sz="16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Preis online nachsehen und beim Berater kaufen</a:t>
            </a:r>
            <a:br>
              <a:rPr kumimoji="0" lang="de-AT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</a:br>
            <a:r>
              <a:rPr kumimoji="0" lang="de-AT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nicht erfassbar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B6A8E265-8842-BC4F-5041-2D7FE75AA934}"/>
              </a:ext>
            </a:extLst>
          </p:cNvPr>
          <p:cNvSpPr/>
          <p:nvPr/>
        </p:nvSpPr>
        <p:spPr>
          <a:xfrm>
            <a:off x="257978" y="1796461"/>
            <a:ext cx="8375650" cy="392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4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Darstellung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4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der vier Steps mit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4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dem </a:t>
            </a:r>
            <a:r>
              <a: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004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höchsten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4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Drop-off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4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4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15-stufigen Online-Funnel</a:t>
            </a:r>
          </a:p>
        </p:txBody>
      </p: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71696B2E-5231-1340-9FF4-03F9465DF1E6}"/>
              </a:ext>
            </a:extLst>
          </p:cNvPr>
          <p:cNvGrpSpPr/>
          <p:nvPr/>
        </p:nvGrpSpPr>
        <p:grpSpPr>
          <a:xfrm>
            <a:off x="135670" y="6361755"/>
            <a:ext cx="2197554" cy="151688"/>
            <a:chOff x="6574971" y="2428089"/>
            <a:chExt cx="2197554" cy="151688"/>
          </a:xfrm>
        </p:grpSpPr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EAAC892F-46AF-80AD-3D19-5C8428A34F64}"/>
                </a:ext>
              </a:extLst>
            </p:cNvPr>
            <p:cNvSpPr txBox="1"/>
            <p:nvPr/>
          </p:nvSpPr>
          <p:spPr>
            <a:xfrm>
              <a:off x="6574971" y="2436798"/>
              <a:ext cx="2197554" cy="1429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CA9"/>
                </a:buClr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5CA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Zahlen     -     </a:t>
              </a:r>
              <a:r>
                <a:rPr kumimoji="0" lang="en-US" sz="800" b="0" i="0" u="none" strike="noStrike" kern="1200" cap="none" spc="0" normalizeH="0" baseline="0" noProof="0" err="1">
                  <a:ln>
                    <a:noFill/>
                  </a:ln>
                  <a:solidFill>
                    <a:srgbClr val="005CA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kennzeichnen</a:t>
              </a: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5CA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Step </a:t>
              </a:r>
              <a:r>
                <a:rPr kumimoji="0" lang="en-US" sz="800" b="0" i="0" u="none" strike="noStrike" kern="1200" cap="none" spc="0" normalizeH="0" baseline="0" noProof="0" err="1">
                  <a:ln>
                    <a:noFill/>
                  </a:ln>
                  <a:solidFill>
                    <a:srgbClr val="005CA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im</a:t>
              </a: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5CA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Funnel</a:t>
              </a:r>
            </a:p>
          </p:txBody>
        </p:sp>
        <p:pic>
          <p:nvPicPr>
            <p:cNvPr id="30" name="Grafik 29" descr="Marke 4 mit einfarbiger Füllung">
              <a:extLst>
                <a:ext uri="{FF2B5EF4-FFF2-40B4-BE49-F238E27FC236}">
                  <a16:creationId xmlns:a16="http://schemas.microsoft.com/office/drawing/2014/main" id="{48678A5E-CB1F-84CB-9490-7D83A271B2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103015" y="2428089"/>
              <a:ext cx="144000" cy="144000"/>
            </a:xfrm>
            <a:prstGeom prst="rect">
              <a:avLst/>
            </a:prstGeom>
          </p:spPr>
        </p:pic>
        <p:pic>
          <p:nvPicPr>
            <p:cNvPr id="32" name="Grafik 31" descr="Marke 7 mit einfarbiger Füllung">
              <a:extLst>
                <a:ext uri="{FF2B5EF4-FFF2-40B4-BE49-F238E27FC236}">
                  <a16:creationId xmlns:a16="http://schemas.microsoft.com/office/drawing/2014/main" id="{D13126B0-A95B-3DD8-BFCD-321479D3F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280043" y="2428089"/>
              <a:ext cx="144000" cy="144000"/>
            </a:xfrm>
            <a:prstGeom prst="rect">
              <a:avLst/>
            </a:prstGeom>
          </p:spPr>
        </p:pic>
      </p:grpSp>
      <p:sp>
        <p:nvSpPr>
          <p:cNvPr id="48" name="Textfeld 47">
            <a:extLst>
              <a:ext uri="{FF2B5EF4-FFF2-40B4-BE49-F238E27FC236}">
                <a16:creationId xmlns:a16="http://schemas.microsoft.com/office/drawing/2014/main" id="{CA209A55-E75F-0A06-91EA-3E8D079CE04D}"/>
              </a:ext>
            </a:extLst>
          </p:cNvPr>
          <p:cNvSpPr txBox="1"/>
          <p:nvPr/>
        </p:nvSpPr>
        <p:spPr>
          <a:xfrm>
            <a:off x="731147" y="3108235"/>
            <a:ext cx="656770" cy="3794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1000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BA041EF2-C4AA-1C11-FC9C-0B2751D3AF1A}"/>
              </a:ext>
            </a:extLst>
          </p:cNvPr>
          <p:cNvSpPr txBox="1"/>
          <p:nvPr/>
        </p:nvSpPr>
        <p:spPr>
          <a:xfrm>
            <a:off x="731147" y="3825000"/>
            <a:ext cx="656770" cy="3794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333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226D389D-8C78-1EA6-FA57-B436C8D92DE9}"/>
              </a:ext>
            </a:extLst>
          </p:cNvPr>
          <p:cNvSpPr txBox="1"/>
          <p:nvPr/>
        </p:nvSpPr>
        <p:spPr>
          <a:xfrm>
            <a:off x="731147" y="4612534"/>
            <a:ext cx="656770" cy="3794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253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AD84A864-E144-9437-F837-E796268D3B28}"/>
              </a:ext>
            </a:extLst>
          </p:cNvPr>
          <p:cNvSpPr txBox="1"/>
          <p:nvPr/>
        </p:nvSpPr>
        <p:spPr>
          <a:xfrm>
            <a:off x="725057" y="5327507"/>
            <a:ext cx="656770" cy="3794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56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B72FF4F-A5D3-51DE-C3DD-5C63A106B948}"/>
              </a:ext>
            </a:extLst>
          </p:cNvPr>
          <p:cNvSpPr txBox="1"/>
          <p:nvPr/>
        </p:nvSpPr>
        <p:spPr>
          <a:xfrm>
            <a:off x="9367731" y="5984753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*Research online Purchase offline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1C71AB81-6FA2-357C-6E71-04C9D0186F67}"/>
              </a:ext>
            </a:extLst>
          </p:cNvPr>
          <p:cNvSpPr/>
          <p:nvPr/>
        </p:nvSpPr>
        <p:spPr>
          <a:xfrm>
            <a:off x="6525357" y="424819"/>
            <a:ext cx="219454" cy="219454"/>
          </a:xfrm>
          <a:prstGeom prst="ellipse">
            <a:avLst/>
          </a:prstGeom>
          <a:solidFill>
            <a:schemeClr val="bg1"/>
          </a:solidFill>
          <a:ln>
            <a:solidFill>
              <a:srgbClr val="005C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spcAft>
                <a:spcPts val="1000"/>
              </a:spcAft>
            </a:pPr>
            <a:r>
              <a:rPr lang="de-AT" sz="110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6" name="Textplatzhalter 4">
            <a:extLst>
              <a:ext uri="{FF2B5EF4-FFF2-40B4-BE49-F238E27FC236}">
                <a16:creationId xmlns:a16="http://schemas.microsoft.com/office/drawing/2014/main" id="{EF953184-8C44-3EDE-6F50-B069005558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74313" y="271305"/>
            <a:ext cx="8817638" cy="346931"/>
          </a:xfrm>
        </p:spPr>
        <p:txBody>
          <a:bodyPr>
            <a:normAutofit/>
          </a:bodyPr>
          <a:lstStyle/>
          <a:p>
            <a:br>
              <a:rPr lang="de-DE">
                <a:ea typeface="Times New Roman" panose="02020603050405020304" pitchFamily="18" charset="0"/>
                <a:cs typeface="Aptos" panose="020B0004020202020204" pitchFamily="34" charset="0"/>
              </a:rPr>
            </a:br>
            <a:r>
              <a:rPr lang="de-DE">
                <a:ea typeface="Times New Roman" panose="02020603050405020304" pitchFamily="18" charset="0"/>
                <a:cs typeface="Aptos" panose="020B0004020202020204" pitchFamily="34" charset="0"/>
              </a:rPr>
              <a:t>Update OVT ambulantes KV-Produkt</a:t>
            </a:r>
            <a:r>
              <a:rPr lang="de-DE"/>
              <a:t>: Health Integration Board | UNIQA &amp; Mavie</a:t>
            </a:r>
          </a:p>
        </p:txBody>
      </p:sp>
      <p:sp>
        <p:nvSpPr>
          <p:cNvPr id="28" name="Fußzeilenplatzhalter 17">
            <a:extLst>
              <a:ext uri="{FF2B5EF4-FFF2-40B4-BE49-F238E27FC236}">
                <a16:creationId xmlns:a16="http://schemas.microsoft.com/office/drawing/2014/main" id="{D25CD222-1698-FA7B-32CB-34F9A7437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0" y="6556875"/>
            <a:ext cx="6127477" cy="219454"/>
          </a:xfrm>
        </p:spPr>
        <p:txBody>
          <a:bodyPr/>
          <a:lstStyle/>
          <a:p>
            <a:r>
              <a:rPr lang="de-DE" noProof="0"/>
              <a:t>| Market </a:t>
            </a:r>
            <a:r>
              <a:rPr lang="de-DE" noProof="0" err="1"/>
              <a:t>Intelligence</a:t>
            </a:r>
            <a:r>
              <a:rPr lang="de-DE" noProof="0"/>
              <a:t> &amp; Transformation - Group Personal Lines &amp; Asset Management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23DCB30D-14E3-836B-E700-C478BE4092D0}"/>
              </a:ext>
            </a:extLst>
          </p:cNvPr>
          <p:cNvGrpSpPr/>
          <p:nvPr/>
        </p:nvGrpSpPr>
        <p:grpSpPr>
          <a:xfrm>
            <a:off x="8268101" y="2849502"/>
            <a:ext cx="356969" cy="2898678"/>
            <a:chOff x="4768645" y="2828644"/>
            <a:chExt cx="356969" cy="2898678"/>
          </a:xfrm>
        </p:grpSpPr>
        <p:cxnSp>
          <p:nvCxnSpPr>
            <p:cNvPr id="34" name="Straight Connector 109">
              <a:extLst>
                <a:ext uri="{FF2B5EF4-FFF2-40B4-BE49-F238E27FC236}">
                  <a16:creationId xmlns:a16="http://schemas.microsoft.com/office/drawing/2014/main" id="{9EA71482-5B29-0F1B-3AE4-1206A8A2A530}"/>
                </a:ext>
              </a:extLst>
            </p:cNvPr>
            <p:cNvCxnSpPr>
              <a:cxnSpLocks/>
            </p:cNvCxnSpPr>
            <p:nvPr/>
          </p:nvCxnSpPr>
          <p:spPr>
            <a:xfrm>
              <a:off x="4947130" y="2828644"/>
              <a:ext cx="0" cy="2898678"/>
            </a:xfrm>
            <a:prstGeom prst="line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A7A4A9F4-3A92-F8F4-0B24-5DEEC1777658}"/>
                </a:ext>
              </a:extLst>
            </p:cNvPr>
            <p:cNvGrpSpPr/>
            <p:nvPr/>
          </p:nvGrpSpPr>
          <p:grpSpPr>
            <a:xfrm>
              <a:off x="4768645" y="4099499"/>
              <a:ext cx="356969" cy="356969"/>
              <a:chOff x="7114347" y="4197688"/>
              <a:chExt cx="580778" cy="580772"/>
            </a:xfrm>
          </p:grpSpPr>
          <p:grpSp>
            <p:nvGrpSpPr>
              <p:cNvPr id="44" name="Gruppieren 43">
                <a:extLst>
                  <a:ext uri="{FF2B5EF4-FFF2-40B4-BE49-F238E27FC236}">
                    <a16:creationId xmlns:a16="http://schemas.microsoft.com/office/drawing/2014/main" id="{BAF86CC7-5741-1215-6FC4-6DCABB793288}"/>
                  </a:ext>
                </a:extLst>
              </p:cNvPr>
              <p:cNvGrpSpPr/>
              <p:nvPr/>
            </p:nvGrpSpPr>
            <p:grpSpPr>
              <a:xfrm>
                <a:off x="7114347" y="4197688"/>
                <a:ext cx="580778" cy="580772"/>
                <a:chOff x="510281" y="3602665"/>
                <a:chExt cx="750439" cy="750436"/>
              </a:xfrm>
            </p:grpSpPr>
            <p:sp>
              <p:nvSpPr>
                <p:cNvPr id="46" name="Oval 30">
                  <a:extLst>
                    <a:ext uri="{FF2B5EF4-FFF2-40B4-BE49-F238E27FC236}">
                      <a16:creationId xmlns:a16="http://schemas.microsoft.com/office/drawing/2014/main" id="{717E4DBE-6D5C-4D08-2FBA-07C575D26AA3}"/>
                    </a:ext>
                  </a:extLst>
                </p:cNvPr>
                <p:cNvSpPr/>
                <p:nvPr/>
              </p:nvSpPr>
              <p:spPr>
                <a:xfrm>
                  <a:off x="510281" y="3602665"/>
                  <a:ext cx="750439" cy="750436"/>
                </a:xfrm>
                <a:prstGeom prst="ellipse">
                  <a:avLst/>
                </a:prstGeom>
                <a:solidFill>
                  <a:srgbClr val="CADCE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7" name="Oval 31">
                  <a:extLst>
                    <a:ext uri="{FF2B5EF4-FFF2-40B4-BE49-F238E27FC236}">
                      <a16:creationId xmlns:a16="http://schemas.microsoft.com/office/drawing/2014/main" id="{C11A75A3-D2DE-9C18-F57B-DCAE9845047E}"/>
                    </a:ext>
                  </a:extLst>
                </p:cNvPr>
                <p:cNvSpPr/>
                <p:nvPr/>
              </p:nvSpPr>
              <p:spPr>
                <a:xfrm>
                  <a:off x="571428" y="3663812"/>
                  <a:ext cx="628144" cy="628141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</p:grpSp>
          <p:pic>
            <p:nvPicPr>
              <p:cNvPr id="45" name="Grafik 44">
                <a:extLst>
                  <a:ext uri="{FF2B5EF4-FFF2-40B4-BE49-F238E27FC236}">
                    <a16:creationId xmlns:a16="http://schemas.microsoft.com/office/drawing/2014/main" id="{E5EE624D-4BFC-3FBF-4B1F-E3609D22D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/>
              <a:stretch/>
            </p:blipFill>
            <p:spPr>
              <a:xfrm>
                <a:off x="7119322" y="4202660"/>
                <a:ext cx="570830" cy="570830"/>
              </a:xfrm>
              <a:prstGeom prst="rect">
                <a:avLst/>
              </a:prstGeom>
            </p:spPr>
          </p:pic>
        </p:grpSp>
      </p:grpSp>
      <p:cxnSp>
        <p:nvCxnSpPr>
          <p:cNvPr id="60" name="Gerade Verbindung 11">
            <a:extLst>
              <a:ext uri="{FF2B5EF4-FFF2-40B4-BE49-F238E27FC236}">
                <a16:creationId xmlns:a16="http://schemas.microsoft.com/office/drawing/2014/main" id="{2287882C-4CF6-056C-7460-3832CCAB120D}"/>
              </a:ext>
            </a:extLst>
          </p:cNvPr>
          <p:cNvCxnSpPr>
            <a:cxnSpLocks/>
          </p:cNvCxnSpPr>
          <p:nvPr/>
        </p:nvCxnSpPr>
        <p:spPr>
          <a:xfrm>
            <a:off x="1519323" y="3245405"/>
            <a:ext cx="3456000" cy="0"/>
          </a:xfrm>
          <a:prstGeom prst="line">
            <a:avLst/>
          </a:prstGeom>
          <a:noFill/>
          <a:ln w="9525" cap="flat" cmpd="sng" algn="ctr">
            <a:solidFill>
              <a:srgbClr val="005CA9"/>
            </a:solidFill>
            <a:prstDash val="solid"/>
            <a:miter lim="800000"/>
          </a:ln>
          <a:effectLst/>
        </p:spPr>
      </p:cxnSp>
      <p:cxnSp>
        <p:nvCxnSpPr>
          <p:cNvPr id="61" name="Gerade Verbindung 11">
            <a:extLst>
              <a:ext uri="{FF2B5EF4-FFF2-40B4-BE49-F238E27FC236}">
                <a16:creationId xmlns:a16="http://schemas.microsoft.com/office/drawing/2014/main" id="{A29A2C08-9A72-B54E-0590-01C96E158634}"/>
              </a:ext>
            </a:extLst>
          </p:cNvPr>
          <p:cNvCxnSpPr>
            <a:cxnSpLocks/>
          </p:cNvCxnSpPr>
          <p:nvPr/>
        </p:nvCxnSpPr>
        <p:spPr>
          <a:xfrm>
            <a:off x="1472505" y="3956148"/>
            <a:ext cx="3456000" cy="0"/>
          </a:xfrm>
          <a:prstGeom prst="line">
            <a:avLst/>
          </a:prstGeom>
          <a:noFill/>
          <a:ln w="9525" cap="flat" cmpd="sng" algn="ctr">
            <a:solidFill>
              <a:srgbClr val="005CA9"/>
            </a:solidFill>
            <a:prstDash val="solid"/>
            <a:miter lim="800000"/>
          </a:ln>
          <a:effectLst/>
        </p:spPr>
      </p:cxnSp>
      <p:cxnSp>
        <p:nvCxnSpPr>
          <p:cNvPr id="63" name="Gerade Verbindung 11">
            <a:extLst>
              <a:ext uri="{FF2B5EF4-FFF2-40B4-BE49-F238E27FC236}">
                <a16:creationId xmlns:a16="http://schemas.microsoft.com/office/drawing/2014/main" id="{9BA6D40A-A490-A008-43CD-B6D6AE186716}"/>
              </a:ext>
            </a:extLst>
          </p:cNvPr>
          <p:cNvCxnSpPr>
            <a:cxnSpLocks/>
          </p:cNvCxnSpPr>
          <p:nvPr/>
        </p:nvCxnSpPr>
        <p:spPr>
          <a:xfrm>
            <a:off x="1472505" y="4748359"/>
            <a:ext cx="3456000" cy="0"/>
          </a:xfrm>
          <a:prstGeom prst="line">
            <a:avLst/>
          </a:prstGeom>
          <a:noFill/>
          <a:ln w="9525" cap="flat" cmpd="sng" algn="ctr">
            <a:solidFill>
              <a:srgbClr val="005CA9"/>
            </a:solidFill>
            <a:prstDash val="solid"/>
            <a:miter lim="800000"/>
          </a:ln>
          <a:effectLst/>
        </p:spPr>
      </p:cxnSp>
      <p:cxnSp>
        <p:nvCxnSpPr>
          <p:cNvPr id="64" name="Gerade Verbindung 11">
            <a:extLst>
              <a:ext uri="{FF2B5EF4-FFF2-40B4-BE49-F238E27FC236}">
                <a16:creationId xmlns:a16="http://schemas.microsoft.com/office/drawing/2014/main" id="{982E079B-6F7A-C557-B541-482D11AD29D5}"/>
              </a:ext>
            </a:extLst>
          </p:cNvPr>
          <p:cNvCxnSpPr>
            <a:cxnSpLocks/>
          </p:cNvCxnSpPr>
          <p:nvPr/>
        </p:nvCxnSpPr>
        <p:spPr>
          <a:xfrm>
            <a:off x="1472505" y="5481784"/>
            <a:ext cx="3456000" cy="0"/>
          </a:xfrm>
          <a:prstGeom prst="line">
            <a:avLst/>
          </a:prstGeom>
          <a:noFill/>
          <a:ln w="9525" cap="flat" cmpd="sng" algn="ctr">
            <a:solidFill>
              <a:srgbClr val="005CA9"/>
            </a:solidFill>
            <a:prstDash val="solid"/>
            <a:miter lim="800000"/>
          </a:ln>
          <a:effectLst/>
        </p:spPr>
      </p:cxn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FDDFFA22-53E9-0A34-0B9B-E43B1ACF76B6}"/>
              </a:ext>
            </a:extLst>
          </p:cNvPr>
          <p:cNvGrpSpPr/>
          <p:nvPr/>
        </p:nvGrpSpPr>
        <p:grpSpPr>
          <a:xfrm>
            <a:off x="2861804" y="2876229"/>
            <a:ext cx="3420000" cy="3058712"/>
            <a:chOff x="2861804" y="2876229"/>
            <a:chExt cx="3420000" cy="3058712"/>
          </a:xfrm>
        </p:grpSpPr>
        <p:sp>
          <p:nvSpPr>
            <p:cNvPr id="38" name="Gleichschenkliges Dreieck 39">
              <a:extLst>
                <a:ext uri="{FF2B5EF4-FFF2-40B4-BE49-F238E27FC236}">
                  <a16:creationId xmlns:a16="http://schemas.microsoft.com/office/drawing/2014/main" id="{2A4FE58C-9A73-88D7-C8A4-19D990F577D9}"/>
                </a:ext>
              </a:extLst>
            </p:cNvPr>
            <p:cNvSpPr>
              <a:spLocks/>
            </p:cNvSpPr>
            <p:nvPr/>
          </p:nvSpPr>
          <p:spPr>
            <a:xfrm rot="10800000">
              <a:off x="4445804" y="5826941"/>
              <a:ext cx="252000" cy="108000"/>
            </a:xfrm>
            <a:custGeom>
              <a:avLst/>
              <a:gdLst>
                <a:gd name="connsiteX0" fmla="*/ 0 w 303379"/>
                <a:gd name="connsiteY0" fmla="*/ 159723 h 159723"/>
                <a:gd name="connsiteX1" fmla="*/ 151690 w 303379"/>
                <a:gd name="connsiteY1" fmla="*/ 0 h 159723"/>
                <a:gd name="connsiteX2" fmla="*/ 303379 w 303379"/>
                <a:gd name="connsiteY2" fmla="*/ 159723 h 159723"/>
                <a:gd name="connsiteX3" fmla="*/ 0 w 303379"/>
                <a:gd name="connsiteY3" fmla="*/ 159723 h 159723"/>
                <a:gd name="connsiteX0" fmla="*/ 0 w 303379"/>
                <a:gd name="connsiteY0" fmla="*/ 159723 h 251163"/>
                <a:gd name="connsiteX1" fmla="*/ 151690 w 303379"/>
                <a:gd name="connsiteY1" fmla="*/ 0 h 251163"/>
                <a:gd name="connsiteX2" fmla="*/ 303379 w 303379"/>
                <a:gd name="connsiteY2" fmla="*/ 159723 h 251163"/>
                <a:gd name="connsiteX3" fmla="*/ 91440 w 303379"/>
                <a:gd name="connsiteY3" fmla="*/ 251163 h 251163"/>
                <a:gd name="connsiteX0" fmla="*/ 0 w 303379"/>
                <a:gd name="connsiteY0" fmla="*/ 159723 h 159723"/>
                <a:gd name="connsiteX1" fmla="*/ 151690 w 303379"/>
                <a:gd name="connsiteY1" fmla="*/ 0 h 159723"/>
                <a:gd name="connsiteX2" fmla="*/ 303379 w 303379"/>
                <a:gd name="connsiteY2" fmla="*/ 159723 h 159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3379" h="159723">
                  <a:moveTo>
                    <a:pt x="0" y="159723"/>
                  </a:moveTo>
                  <a:lnTo>
                    <a:pt x="151690" y="0"/>
                  </a:lnTo>
                  <a:lnTo>
                    <a:pt x="303379" y="159723"/>
                  </a:lnTo>
                </a:path>
              </a:pathLst>
            </a:custGeom>
            <a:noFill/>
            <a:ln w="38100" cap="sq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8D4E025B-2260-21A9-8D6C-31958295C428}"/>
                </a:ext>
              </a:extLst>
            </p:cNvPr>
            <p:cNvGrpSpPr/>
            <p:nvPr/>
          </p:nvGrpSpPr>
          <p:grpSpPr>
            <a:xfrm>
              <a:off x="3836848" y="5154824"/>
              <a:ext cx="1404000" cy="576000"/>
              <a:chOff x="5053499" y="4611348"/>
              <a:chExt cx="1484700" cy="654876"/>
            </a:xfrm>
          </p:grpSpPr>
          <p:grpSp>
            <p:nvGrpSpPr>
              <p:cNvPr id="3" name="Gruppieren 8">
                <a:extLst>
                  <a:ext uri="{FF2B5EF4-FFF2-40B4-BE49-F238E27FC236}">
                    <a16:creationId xmlns:a16="http://schemas.microsoft.com/office/drawing/2014/main" id="{A6388960-29BC-CCAF-2C61-72C1DD83ED2E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053499" y="4611348"/>
                <a:ext cx="1484700" cy="654876"/>
                <a:chOff x="1840625" y="4524467"/>
                <a:chExt cx="1484700" cy="654876"/>
              </a:xfrm>
            </p:grpSpPr>
            <p:sp>
              <p:nvSpPr>
                <p:cNvPr id="4" name="Freihandform: Form 9">
                  <a:extLst>
                    <a:ext uri="{FF2B5EF4-FFF2-40B4-BE49-F238E27FC236}">
                      <a16:creationId xmlns:a16="http://schemas.microsoft.com/office/drawing/2014/main" id="{7DC3B6BF-5671-F9AE-F470-216C54DD502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840625" y="4524467"/>
                  <a:ext cx="1484700" cy="68770"/>
                </a:xfrm>
                <a:custGeom>
                  <a:avLst/>
                  <a:gdLst>
                    <a:gd name="connsiteX0" fmla="*/ 189166 w 189166"/>
                    <a:gd name="connsiteY0" fmla="*/ 4381 h 8762"/>
                    <a:gd name="connsiteX1" fmla="*/ 189071 w 189166"/>
                    <a:gd name="connsiteY1" fmla="*/ 4572 h 8762"/>
                    <a:gd name="connsiteX2" fmla="*/ 94583 w 189166"/>
                    <a:gd name="connsiteY2" fmla="*/ 8763 h 8762"/>
                    <a:gd name="connsiteX3" fmla="*/ 95 w 189166"/>
                    <a:gd name="connsiteY3" fmla="*/ 4572 h 8762"/>
                    <a:gd name="connsiteX4" fmla="*/ 0 w 189166"/>
                    <a:gd name="connsiteY4" fmla="*/ 4381 h 8762"/>
                    <a:gd name="connsiteX5" fmla="*/ 94583 w 189166"/>
                    <a:gd name="connsiteY5" fmla="*/ 0 h 8762"/>
                    <a:gd name="connsiteX6" fmla="*/ 189166 w 189166"/>
                    <a:gd name="connsiteY6" fmla="*/ 4381 h 8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9166" h="8762">
                      <a:moveTo>
                        <a:pt x="189166" y="4381"/>
                      </a:moveTo>
                      <a:cubicBezTo>
                        <a:pt x="189166" y="4381"/>
                        <a:pt x="189166" y="4572"/>
                        <a:pt x="189071" y="4572"/>
                      </a:cubicBezTo>
                      <a:cubicBezTo>
                        <a:pt x="186500" y="6953"/>
                        <a:pt x="145256" y="8763"/>
                        <a:pt x="94583" y="8763"/>
                      </a:cubicBezTo>
                      <a:cubicBezTo>
                        <a:pt x="43910" y="8763"/>
                        <a:pt x="2667" y="6953"/>
                        <a:pt x="95" y="4572"/>
                      </a:cubicBezTo>
                      <a:cubicBezTo>
                        <a:pt x="0" y="4572"/>
                        <a:pt x="0" y="4477"/>
                        <a:pt x="0" y="4381"/>
                      </a:cubicBezTo>
                      <a:cubicBezTo>
                        <a:pt x="0" y="1905"/>
                        <a:pt x="42386" y="0"/>
                        <a:pt x="94583" y="0"/>
                      </a:cubicBezTo>
                      <a:cubicBezTo>
                        <a:pt x="146780" y="0"/>
                        <a:pt x="189166" y="1905"/>
                        <a:pt x="189166" y="4381"/>
                      </a:cubicBezTo>
                      <a:close/>
                    </a:path>
                  </a:pathLst>
                </a:custGeom>
                <a:solidFill>
                  <a:schemeClr val="accent2">
                    <a:alpha val="50196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454545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" name="Freihandform: Form 10">
                  <a:extLst>
                    <a:ext uri="{FF2B5EF4-FFF2-40B4-BE49-F238E27FC236}">
                      <a16:creationId xmlns:a16="http://schemas.microsoft.com/office/drawing/2014/main" id="{2C988EF8-2171-D2FE-EB02-C378D2EEC65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841370" y="4560351"/>
                  <a:ext cx="1483208" cy="618992"/>
                </a:xfrm>
                <a:custGeom>
                  <a:avLst/>
                  <a:gdLst>
                    <a:gd name="connsiteX0" fmla="*/ 188976 w 188976"/>
                    <a:gd name="connsiteY0" fmla="*/ 0 h 78866"/>
                    <a:gd name="connsiteX1" fmla="*/ 157163 w 188976"/>
                    <a:gd name="connsiteY1" fmla="*/ 75914 h 78866"/>
                    <a:gd name="connsiteX2" fmla="*/ 94488 w 188976"/>
                    <a:gd name="connsiteY2" fmla="*/ 78867 h 78866"/>
                    <a:gd name="connsiteX3" fmla="*/ 31814 w 188976"/>
                    <a:gd name="connsiteY3" fmla="*/ 75914 h 78866"/>
                    <a:gd name="connsiteX4" fmla="*/ 31909 w 188976"/>
                    <a:gd name="connsiteY4" fmla="*/ 75914 h 78866"/>
                    <a:gd name="connsiteX5" fmla="*/ 31909 w 188976"/>
                    <a:gd name="connsiteY5" fmla="*/ 75914 h 78866"/>
                    <a:gd name="connsiteX6" fmla="*/ 0 w 188976"/>
                    <a:gd name="connsiteY6" fmla="*/ 0 h 78866"/>
                    <a:gd name="connsiteX7" fmla="*/ 94488 w 188976"/>
                    <a:gd name="connsiteY7" fmla="*/ 4191 h 78866"/>
                    <a:gd name="connsiteX8" fmla="*/ 188976 w 188976"/>
                    <a:gd name="connsiteY8" fmla="*/ 0 h 78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8976" h="78866">
                      <a:moveTo>
                        <a:pt x="188976" y="0"/>
                      </a:moveTo>
                      <a:lnTo>
                        <a:pt x="157163" y="75914"/>
                      </a:lnTo>
                      <a:cubicBezTo>
                        <a:pt x="157163" y="77533"/>
                        <a:pt x="129159" y="78867"/>
                        <a:pt x="94488" y="78867"/>
                      </a:cubicBezTo>
                      <a:cubicBezTo>
                        <a:pt x="59817" y="78867"/>
                        <a:pt x="31814" y="77533"/>
                        <a:pt x="31814" y="75914"/>
                      </a:cubicBezTo>
                      <a:cubicBezTo>
                        <a:pt x="31814" y="75914"/>
                        <a:pt x="31845" y="75914"/>
                        <a:pt x="31909" y="75914"/>
                      </a:cubicBezTo>
                      <a:lnTo>
                        <a:pt x="31909" y="75914"/>
                      </a:lnTo>
                      <a:lnTo>
                        <a:pt x="0" y="0"/>
                      </a:lnTo>
                      <a:cubicBezTo>
                        <a:pt x="2572" y="2381"/>
                        <a:pt x="43910" y="4191"/>
                        <a:pt x="94488" y="4191"/>
                      </a:cubicBezTo>
                      <a:cubicBezTo>
                        <a:pt x="145066" y="4191"/>
                        <a:pt x="186404" y="2381"/>
                        <a:pt x="18897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454545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3" name="Textfeld 113">
                <a:extLst>
                  <a:ext uri="{FF2B5EF4-FFF2-40B4-BE49-F238E27FC236}">
                    <a16:creationId xmlns:a16="http://schemas.microsoft.com/office/drawing/2014/main" id="{BA3C6546-344C-8256-157E-F867F2598E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938" y="4699703"/>
                <a:ext cx="928496" cy="516746"/>
              </a:xfrm>
              <a:prstGeom prst="rect">
                <a:avLst/>
              </a:prstGeom>
            </p:spPr>
            <p:txBody>
              <a:bodyPr vert="horz" wrap="none" lIns="0" tIns="0" rIns="0" bIns="0" rtlCol="0" anchor="ctr"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54545"/>
                  </a:buClr>
                  <a:buSzTx/>
                  <a:buFontTx/>
                  <a:buNone/>
                  <a:tabLst>
                    <a:tab pos="1079500" algn="l"/>
                  </a:tabLst>
                  <a:defRPr/>
                </a:pPr>
                <a:b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Helvetica" panose="020B0604020202020204" pitchFamily="34" charset="0"/>
                  </a:rPr>
                </a:br>
                <a:r>
                  <a:rPr kumimoji="0" lang="en-US" sz="1100" b="1" i="0" u="none" strike="noStrike" kern="120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Helvetica" panose="020B0604020202020204" pitchFamily="34" charset="0"/>
                  </a:rPr>
                  <a:t>Gesundheits</a:t>
                </a: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Helvetica" panose="020B0604020202020204" pitchFamily="34" charset="0"/>
                  </a:rPr>
                  <a:t>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54545"/>
                  </a:buClr>
                  <a:buSzTx/>
                  <a:buFontTx/>
                  <a:buNone/>
                  <a:tabLst>
                    <a:tab pos="1079500" algn="l"/>
                  </a:tabLst>
                  <a:defRPr/>
                </a:pPr>
                <a:r>
                  <a:rPr kumimoji="0" lang="en-US" sz="1100" b="1" i="0" u="none" strike="noStrike" kern="120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Helvetica" panose="020B0604020202020204" pitchFamily="34" charset="0"/>
                  </a:rPr>
                  <a:t>fragen</a:t>
                </a: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Helvetica" panose="020B0604020202020204" pitchFamily="34" charset="0"/>
                  </a:rPr>
                  <a:t> etc.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54545"/>
                  </a:buClr>
                  <a:buSzTx/>
                  <a:buFontTx/>
                  <a:buNone/>
                  <a:tabLst>
                    <a:tab pos="1079500" algn="l"/>
                  </a:tabLst>
                  <a:defRPr/>
                </a:pPr>
                <a:endPara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C2C6AA71-78EA-4C67-C2FE-DDCB0F96B8C1}"/>
                </a:ext>
              </a:extLst>
            </p:cNvPr>
            <p:cNvGrpSpPr/>
            <p:nvPr/>
          </p:nvGrpSpPr>
          <p:grpSpPr>
            <a:xfrm>
              <a:off x="2861804" y="2876229"/>
              <a:ext cx="3420000" cy="827999"/>
              <a:chOff x="2861804" y="2669136"/>
              <a:chExt cx="3420000" cy="827999"/>
            </a:xfrm>
          </p:grpSpPr>
          <p:grpSp>
            <p:nvGrpSpPr>
              <p:cNvPr id="55" name="Gruppieren 54">
                <a:extLst>
                  <a:ext uri="{FF2B5EF4-FFF2-40B4-BE49-F238E27FC236}">
                    <a16:creationId xmlns:a16="http://schemas.microsoft.com/office/drawing/2014/main" id="{251F6904-C09C-BD7D-7B84-0C58DE46F079}"/>
                  </a:ext>
                </a:extLst>
              </p:cNvPr>
              <p:cNvGrpSpPr/>
              <p:nvPr/>
            </p:nvGrpSpPr>
            <p:grpSpPr>
              <a:xfrm>
                <a:off x="2861804" y="2669136"/>
                <a:ext cx="3420000" cy="827999"/>
                <a:chOff x="4210619" y="1808163"/>
                <a:chExt cx="3207135" cy="736370"/>
              </a:xfrm>
            </p:grpSpPr>
            <p:grpSp>
              <p:nvGrpSpPr>
                <p:cNvPr id="35" name="Gruppieren 17">
                  <a:extLst>
                    <a:ext uri="{FF2B5EF4-FFF2-40B4-BE49-F238E27FC236}">
                      <a16:creationId xmlns:a16="http://schemas.microsoft.com/office/drawing/2014/main" id="{0C525DB3-B806-801B-CCC5-F81A3CA774B2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4210619" y="1808163"/>
                  <a:ext cx="3207135" cy="736370"/>
                  <a:chOff x="979407" y="2433466"/>
                  <a:chExt cx="3207135" cy="736370"/>
                </a:xfrm>
                <a:solidFill>
                  <a:srgbClr val="005BA8"/>
                </a:solidFill>
              </p:grpSpPr>
              <p:sp>
                <p:nvSpPr>
                  <p:cNvPr id="36" name="Freihandform: Form 18">
                    <a:extLst>
                      <a:ext uri="{FF2B5EF4-FFF2-40B4-BE49-F238E27FC236}">
                        <a16:creationId xmlns:a16="http://schemas.microsoft.com/office/drawing/2014/main" id="{8C60E5AB-0685-4B3E-F3A0-115BEABE0AB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979407" y="2433466"/>
                    <a:ext cx="3207135" cy="149517"/>
                  </a:xfrm>
                  <a:custGeom>
                    <a:avLst/>
                    <a:gdLst>
                      <a:gd name="connsiteX0" fmla="*/ 408623 w 408622"/>
                      <a:gd name="connsiteY0" fmla="*/ 9525 h 19050"/>
                      <a:gd name="connsiteX1" fmla="*/ 204311 w 408622"/>
                      <a:gd name="connsiteY1" fmla="*/ 19050 h 19050"/>
                      <a:gd name="connsiteX2" fmla="*/ 286 w 408622"/>
                      <a:gd name="connsiteY2" fmla="*/ 10001 h 19050"/>
                      <a:gd name="connsiteX3" fmla="*/ 0 w 408622"/>
                      <a:gd name="connsiteY3" fmla="*/ 9525 h 19050"/>
                      <a:gd name="connsiteX4" fmla="*/ 204311 w 408622"/>
                      <a:gd name="connsiteY4" fmla="*/ 0 h 19050"/>
                      <a:gd name="connsiteX5" fmla="*/ 408623 w 408622"/>
                      <a:gd name="connsiteY5" fmla="*/ 9525 h 190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08622" h="19050">
                        <a:moveTo>
                          <a:pt x="408623" y="9525"/>
                        </a:moveTo>
                        <a:cubicBezTo>
                          <a:pt x="408623" y="14764"/>
                          <a:pt x="317183" y="19050"/>
                          <a:pt x="204311" y="19050"/>
                        </a:cubicBezTo>
                        <a:cubicBezTo>
                          <a:pt x="91440" y="19050"/>
                          <a:pt x="5715" y="15049"/>
                          <a:pt x="286" y="10001"/>
                        </a:cubicBezTo>
                        <a:cubicBezTo>
                          <a:pt x="95" y="9811"/>
                          <a:pt x="0" y="9716"/>
                          <a:pt x="0" y="9525"/>
                        </a:cubicBezTo>
                        <a:cubicBezTo>
                          <a:pt x="0" y="4286"/>
                          <a:pt x="91440" y="0"/>
                          <a:pt x="204311" y="0"/>
                        </a:cubicBezTo>
                        <a:cubicBezTo>
                          <a:pt x="317183" y="0"/>
                          <a:pt x="408623" y="4286"/>
                          <a:pt x="408623" y="9525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de-DE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454545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" name="Freihandform: Form 19">
                    <a:extLst>
                      <a:ext uri="{FF2B5EF4-FFF2-40B4-BE49-F238E27FC236}">
                        <a16:creationId xmlns:a16="http://schemas.microsoft.com/office/drawing/2014/main" id="{84A8AD82-7A7B-C5BB-AB1B-17E847CA11C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981652" y="2508225"/>
                    <a:ext cx="3204890" cy="661611"/>
                  </a:xfrm>
                  <a:custGeom>
                    <a:avLst/>
                    <a:gdLst>
                      <a:gd name="connsiteX0" fmla="*/ 408337 w 408336"/>
                      <a:gd name="connsiteY0" fmla="*/ 0 h 84296"/>
                      <a:gd name="connsiteX1" fmla="*/ 376333 w 408336"/>
                      <a:gd name="connsiteY1" fmla="*/ 76200 h 84296"/>
                      <a:gd name="connsiteX2" fmla="*/ 204026 w 408336"/>
                      <a:gd name="connsiteY2" fmla="*/ 84296 h 84296"/>
                      <a:gd name="connsiteX3" fmla="*/ 31718 w 408336"/>
                      <a:gd name="connsiteY3" fmla="*/ 76200 h 84296"/>
                      <a:gd name="connsiteX4" fmla="*/ 0 w 408336"/>
                      <a:gd name="connsiteY4" fmla="*/ 476 h 84296"/>
                      <a:gd name="connsiteX5" fmla="*/ 204026 w 408336"/>
                      <a:gd name="connsiteY5" fmla="*/ 9525 h 84296"/>
                      <a:gd name="connsiteX6" fmla="*/ 408337 w 408336"/>
                      <a:gd name="connsiteY6" fmla="*/ 0 h 842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08336" h="84296">
                        <a:moveTo>
                          <a:pt x="408337" y="0"/>
                        </a:moveTo>
                        <a:lnTo>
                          <a:pt x="376333" y="76200"/>
                        </a:lnTo>
                        <a:cubicBezTo>
                          <a:pt x="376333" y="80677"/>
                          <a:pt x="299180" y="84296"/>
                          <a:pt x="204026" y="84296"/>
                        </a:cubicBezTo>
                        <a:cubicBezTo>
                          <a:pt x="108871" y="84296"/>
                          <a:pt x="31718" y="80677"/>
                          <a:pt x="31718" y="76200"/>
                        </a:cubicBezTo>
                        <a:lnTo>
                          <a:pt x="0" y="476"/>
                        </a:lnTo>
                        <a:cubicBezTo>
                          <a:pt x="5429" y="5524"/>
                          <a:pt x="94679" y="9525"/>
                          <a:pt x="204026" y="9525"/>
                        </a:cubicBezTo>
                        <a:cubicBezTo>
                          <a:pt x="313373" y="9525"/>
                          <a:pt x="408337" y="5239"/>
                          <a:pt x="408337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de-DE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454545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39" name="Textfeld 110">
                  <a:extLst>
                    <a:ext uri="{FF2B5EF4-FFF2-40B4-BE49-F238E27FC236}">
                      <a16:creationId xmlns:a16="http://schemas.microsoft.com/office/drawing/2014/main" id="{BF33CBD8-B858-7D5D-6454-66AE3AAB3AE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499182" y="2136485"/>
                  <a:ext cx="2630008" cy="215444"/>
                </a:xfrm>
                <a:prstGeom prst="rect">
                  <a:avLst/>
                </a:prstGeom>
              </p:spPr>
              <p:txBody>
                <a:bodyPr vert="horz" wrap="none" lIns="0" tIns="0" rIns="0" bIns="0" rtlCol="0" anchor="ctr">
                  <a:no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rgbClr val="454545"/>
                    </a:buClr>
                    <a:buSzTx/>
                    <a:buFontTx/>
                    <a:buNone/>
                    <a:tabLst>
                      <a:tab pos="1079500" algn="l"/>
                    </a:tabLst>
                    <a:defRPr/>
                  </a:pPr>
                  <a:r>
                    <a:rPr kumimoji="0" lang="en-US" sz="11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  <a:t>Tarifauswahl</a:t>
                  </a:r>
                  <a:r>
                    <a:rPr kumimoji="0" lang="en-US" sz="11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  <a:t>: </a:t>
                  </a:r>
                  <a:br>
                    <a:rPr kumimoji="0" lang="en-US" sz="11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</a:br>
                  <a:r>
                    <a:rPr kumimoji="0" lang="en-US" sz="1100" b="1" i="0" u="sng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  <a:t>Erste </a:t>
                  </a:r>
                  <a:r>
                    <a:rPr kumimoji="0" lang="en-US" sz="1100" b="1" i="0" u="sng" strike="noStrike" kern="1200" cap="none" spc="0" normalizeH="0" baseline="0" noProof="0" err="1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  <a:t>Preisanzeige</a:t>
                  </a:r>
                  <a:endParaRPr kumimoji="0" lang="en-US" sz="1100" b="1" i="0" u="sng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Helvetica" panose="020B0604020202020204" pitchFamily="34" charset="0"/>
                  </a:endParaRPr>
                </a:p>
              </p:txBody>
            </p:sp>
          </p:grpSp>
          <p:pic>
            <p:nvPicPr>
              <p:cNvPr id="14" name="Grafik 13" descr="Marke 4 mit einfarbiger Füllung">
                <a:extLst>
                  <a:ext uri="{FF2B5EF4-FFF2-40B4-BE49-F238E27FC236}">
                    <a16:creationId xmlns:a16="http://schemas.microsoft.com/office/drawing/2014/main" id="{7003561F-B83C-D0EB-A59A-B964F562D4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2970323" y="2809584"/>
                <a:ext cx="180000" cy="180000"/>
              </a:xfrm>
              <a:prstGeom prst="rect">
                <a:avLst/>
              </a:prstGeom>
            </p:spPr>
          </p:pic>
        </p:grp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97A69B0D-6D29-3DDF-986E-E330936DA44E}"/>
                </a:ext>
              </a:extLst>
            </p:cNvPr>
            <p:cNvGrpSpPr/>
            <p:nvPr/>
          </p:nvGrpSpPr>
          <p:grpSpPr>
            <a:xfrm>
              <a:off x="3257805" y="3731762"/>
              <a:ext cx="2628000" cy="720000"/>
              <a:chOff x="3257805" y="3524669"/>
              <a:chExt cx="2628000" cy="720000"/>
            </a:xfrm>
          </p:grpSpPr>
          <p:grpSp>
            <p:nvGrpSpPr>
              <p:cNvPr id="52" name="Gruppieren 51">
                <a:extLst>
                  <a:ext uri="{FF2B5EF4-FFF2-40B4-BE49-F238E27FC236}">
                    <a16:creationId xmlns:a16="http://schemas.microsoft.com/office/drawing/2014/main" id="{958D8398-F498-47C7-A988-5ED54E06B670}"/>
                  </a:ext>
                </a:extLst>
              </p:cNvPr>
              <p:cNvGrpSpPr/>
              <p:nvPr/>
            </p:nvGrpSpPr>
            <p:grpSpPr>
              <a:xfrm>
                <a:off x="3257805" y="3524669"/>
                <a:ext cx="2628000" cy="720000"/>
                <a:chOff x="4497692" y="2505666"/>
                <a:chExt cx="2632990" cy="708702"/>
              </a:xfrm>
              <a:solidFill>
                <a:srgbClr val="E8EFFF"/>
              </a:solidFill>
            </p:grpSpPr>
            <p:grpSp>
              <p:nvGrpSpPr>
                <p:cNvPr id="23" name="Gruppieren 14">
                  <a:extLst>
                    <a:ext uri="{FF2B5EF4-FFF2-40B4-BE49-F238E27FC236}">
                      <a16:creationId xmlns:a16="http://schemas.microsoft.com/office/drawing/2014/main" id="{9776CFEA-BAAE-8B36-BA45-95D98B3F81EF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4497692" y="2505666"/>
                  <a:ext cx="2632990" cy="708702"/>
                  <a:chOff x="1266480" y="3130969"/>
                  <a:chExt cx="2632990" cy="708702"/>
                </a:xfrm>
                <a:grpFill/>
              </p:grpSpPr>
              <p:sp>
                <p:nvSpPr>
                  <p:cNvPr id="24" name="Freihandform: Form 15">
                    <a:extLst>
                      <a:ext uri="{FF2B5EF4-FFF2-40B4-BE49-F238E27FC236}">
                        <a16:creationId xmlns:a16="http://schemas.microsoft.com/office/drawing/2014/main" id="{6AD5C234-8798-04F7-484E-CFB85F15DD7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68724" y="3195257"/>
                    <a:ext cx="2629254" cy="644414"/>
                  </a:xfrm>
                  <a:custGeom>
                    <a:avLst/>
                    <a:gdLst>
                      <a:gd name="connsiteX0" fmla="*/ 334994 w 334994"/>
                      <a:gd name="connsiteY0" fmla="*/ 0 h 82105"/>
                      <a:gd name="connsiteX1" fmla="*/ 303181 w 334994"/>
                      <a:gd name="connsiteY1" fmla="*/ 75724 h 82105"/>
                      <a:gd name="connsiteX2" fmla="*/ 167450 w 334994"/>
                      <a:gd name="connsiteY2" fmla="*/ 82105 h 82105"/>
                      <a:gd name="connsiteX3" fmla="*/ 31718 w 334994"/>
                      <a:gd name="connsiteY3" fmla="*/ 75724 h 82105"/>
                      <a:gd name="connsiteX4" fmla="*/ 0 w 334994"/>
                      <a:gd name="connsiteY4" fmla="*/ 95 h 82105"/>
                      <a:gd name="connsiteX5" fmla="*/ 167450 w 334994"/>
                      <a:gd name="connsiteY5" fmla="*/ 7430 h 82105"/>
                      <a:gd name="connsiteX6" fmla="*/ 334994 w 334994"/>
                      <a:gd name="connsiteY6" fmla="*/ 0 h 821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34994" h="82105">
                        <a:moveTo>
                          <a:pt x="334994" y="0"/>
                        </a:moveTo>
                        <a:lnTo>
                          <a:pt x="303181" y="75724"/>
                        </a:lnTo>
                        <a:cubicBezTo>
                          <a:pt x="303181" y="79248"/>
                          <a:pt x="242411" y="82105"/>
                          <a:pt x="167450" y="82105"/>
                        </a:cubicBezTo>
                        <a:cubicBezTo>
                          <a:pt x="92488" y="82105"/>
                          <a:pt x="31718" y="79248"/>
                          <a:pt x="31718" y="75724"/>
                        </a:cubicBezTo>
                        <a:lnTo>
                          <a:pt x="0" y="95"/>
                        </a:lnTo>
                        <a:cubicBezTo>
                          <a:pt x="5143" y="4286"/>
                          <a:pt x="78200" y="7430"/>
                          <a:pt x="167450" y="7430"/>
                        </a:cubicBezTo>
                        <a:cubicBezTo>
                          <a:pt x="256699" y="7430"/>
                          <a:pt x="330518" y="4191"/>
                          <a:pt x="3349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de-DE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454545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" name="Freihandform: Form 16">
                    <a:extLst>
                      <a:ext uri="{FF2B5EF4-FFF2-40B4-BE49-F238E27FC236}">
                        <a16:creationId xmlns:a16="http://schemas.microsoft.com/office/drawing/2014/main" id="{69EE66DA-AFAA-5169-A6A6-7D18394725A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66480" y="3130969"/>
                    <a:ext cx="2632990" cy="122604"/>
                  </a:xfrm>
                  <a:custGeom>
                    <a:avLst/>
                    <a:gdLst>
                      <a:gd name="connsiteX0" fmla="*/ 335471 w 335470"/>
                      <a:gd name="connsiteY0" fmla="*/ 7810 h 15621"/>
                      <a:gd name="connsiteX1" fmla="*/ 335280 w 335470"/>
                      <a:gd name="connsiteY1" fmla="*/ 8192 h 15621"/>
                      <a:gd name="connsiteX2" fmla="*/ 167735 w 335470"/>
                      <a:gd name="connsiteY2" fmla="*/ 15621 h 15621"/>
                      <a:gd name="connsiteX3" fmla="*/ 286 w 335470"/>
                      <a:gd name="connsiteY3" fmla="*/ 8287 h 15621"/>
                      <a:gd name="connsiteX4" fmla="*/ 190 w 335470"/>
                      <a:gd name="connsiteY4" fmla="*/ 8192 h 15621"/>
                      <a:gd name="connsiteX5" fmla="*/ 0 w 335470"/>
                      <a:gd name="connsiteY5" fmla="*/ 7810 h 15621"/>
                      <a:gd name="connsiteX6" fmla="*/ 167735 w 335470"/>
                      <a:gd name="connsiteY6" fmla="*/ 0 h 15621"/>
                      <a:gd name="connsiteX7" fmla="*/ 335471 w 335470"/>
                      <a:gd name="connsiteY7" fmla="*/ 7810 h 156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35470" h="15621">
                        <a:moveTo>
                          <a:pt x="335471" y="7810"/>
                        </a:moveTo>
                        <a:cubicBezTo>
                          <a:pt x="335471" y="7810"/>
                          <a:pt x="335375" y="8096"/>
                          <a:pt x="335280" y="8192"/>
                        </a:cubicBezTo>
                        <a:cubicBezTo>
                          <a:pt x="330803" y="12383"/>
                          <a:pt x="257556" y="15621"/>
                          <a:pt x="167735" y="15621"/>
                        </a:cubicBezTo>
                        <a:cubicBezTo>
                          <a:pt x="77915" y="15621"/>
                          <a:pt x="5429" y="12478"/>
                          <a:pt x="286" y="8287"/>
                        </a:cubicBezTo>
                        <a:cubicBezTo>
                          <a:pt x="286" y="8287"/>
                          <a:pt x="286" y="8192"/>
                          <a:pt x="190" y="8192"/>
                        </a:cubicBezTo>
                        <a:cubicBezTo>
                          <a:pt x="95" y="8096"/>
                          <a:pt x="0" y="7906"/>
                          <a:pt x="0" y="7810"/>
                        </a:cubicBezTo>
                        <a:cubicBezTo>
                          <a:pt x="0" y="3429"/>
                          <a:pt x="75152" y="0"/>
                          <a:pt x="167735" y="0"/>
                        </a:cubicBezTo>
                        <a:cubicBezTo>
                          <a:pt x="260318" y="0"/>
                          <a:pt x="335471" y="3429"/>
                          <a:pt x="335471" y="781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de-DE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454545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40" name="Textfeld 111">
                  <a:extLst>
                    <a:ext uri="{FF2B5EF4-FFF2-40B4-BE49-F238E27FC236}">
                      <a16:creationId xmlns:a16="http://schemas.microsoft.com/office/drawing/2014/main" id="{794CFE3C-8B21-ADC4-3DA2-9E1F9AE623E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784764" y="2807299"/>
                  <a:ext cx="2058844" cy="215444"/>
                </a:xfrm>
                <a:prstGeom prst="rect">
                  <a:avLst/>
                </a:prstGeom>
                <a:grpFill/>
              </p:spPr>
              <p:txBody>
                <a:bodyPr vert="horz" wrap="none" lIns="0" tIns="0" rIns="0" bIns="0" rtlCol="0" anchor="ctr">
                  <a:no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rgbClr val="454545"/>
                    </a:buClr>
                    <a:buSzTx/>
                    <a:buFontTx/>
                    <a:buNone/>
                    <a:tabLst>
                      <a:tab pos="1079500" algn="l"/>
                    </a:tabLst>
                    <a:defRPr/>
                  </a:pPr>
                  <a:r>
                    <a:rPr kumimoji="0" lang="en-US" sz="11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srgbClr val="005BA8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  <a:t>Auswahl</a:t>
                  </a:r>
                  <a:br>
                    <a:rPr kumimoji="0" lang="en-US" sz="11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5BA8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</a:br>
                  <a:r>
                    <a:rPr kumimoji="0" lang="en-US" sz="11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srgbClr val="005BA8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  <a:t>Zusatzdeckungen</a:t>
                  </a:r>
                  <a:endPara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5BA8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Helvetica" panose="020B0604020202020204" pitchFamily="34" charset="0"/>
                  </a:endParaRPr>
                </a:p>
              </p:txBody>
            </p:sp>
          </p:grpSp>
          <p:pic>
            <p:nvPicPr>
              <p:cNvPr id="12" name="Grafik 11" descr="Marke 5 mit einfarbiger Füllung">
                <a:extLst>
                  <a:ext uri="{FF2B5EF4-FFF2-40B4-BE49-F238E27FC236}">
                    <a16:creationId xmlns:a16="http://schemas.microsoft.com/office/drawing/2014/main" id="{7449718A-7B96-F807-AFDE-AFF46B3AA0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316032" y="3581200"/>
                <a:ext cx="180000" cy="180000"/>
              </a:xfrm>
              <a:prstGeom prst="rect">
                <a:avLst/>
              </a:prstGeom>
            </p:spPr>
          </p:pic>
        </p:grp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8FE4F985-40F3-4D8A-2660-3D46161BC5E1}"/>
                </a:ext>
              </a:extLst>
            </p:cNvPr>
            <p:cNvGrpSpPr/>
            <p:nvPr/>
          </p:nvGrpSpPr>
          <p:grpSpPr>
            <a:xfrm>
              <a:off x="3602188" y="4479293"/>
              <a:ext cx="1908000" cy="648000"/>
              <a:chOff x="3602188" y="4272200"/>
              <a:chExt cx="1908000" cy="648000"/>
            </a:xfrm>
          </p:grpSpPr>
          <p:grpSp>
            <p:nvGrpSpPr>
              <p:cNvPr id="51" name="Gruppieren 50">
                <a:extLst>
                  <a:ext uri="{FF2B5EF4-FFF2-40B4-BE49-F238E27FC236}">
                    <a16:creationId xmlns:a16="http://schemas.microsoft.com/office/drawing/2014/main" id="{0644459E-89B6-B6D3-6464-416F6570B7F9}"/>
                  </a:ext>
                </a:extLst>
              </p:cNvPr>
              <p:cNvGrpSpPr/>
              <p:nvPr/>
            </p:nvGrpSpPr>
            <p:grpSpPr>
              <a:xfrm>
                <a:off x="3602188" y="4272200"/>
                <a:ext cx="1908000" cy="648000"/>
                <a:chOff x="4784764" y="3202415"/>
                <a:chExt cx="2058845" cy="681789"/>
              </a:xfrm>
            </p:grpSpPr>
            <p:grpSp>
              <p:nvGrpSpPr>
                <p:cNvPr id="8" name="Gruppieren 11">
                  <a:extLst>
                    <a:ext uri="{FF2B5EF4-FFF2-40B4-BE49-F238E27FC236}">
                      <a16:creationId xmlns:a16="http://schemas.microsoft.com/office/drawing/2014/main" id="{E5B53B8E-B688-F392-7713-6970C2B2A858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4784764" y="3202415"/>
                  <a:ext cx="2058845" cy="681789"/>
                  <a:chOff x="1553552" y="3827718"/>
                  <a:chExt cx="2058845" cy="681789"/>
                </a:xfrm>
                <a:solidFill>
                  <a:srgbClr val="005BA8"/>
                </a:solidFill>
              </p:grpSpPr>
              <p:sp>
                <p:nvSpPr>
                  <p:cNvPr id="21" name="Freihandform: Form 12">
                    <a:extLst>
                      <a:ext uri="{FF2B5EF4-FFF2-40B4-BE49-F238E27FC236}">
                        <a16:creationId xmlns:a16="http://schemas.microsoft.com/office/drawing/2014/main" id="{7E726B8D-85ED-6D2F-B212-33C653B84EE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553552" y="3827718"/>
                    <a:ext cx="2058845" cy="95691"/>
                  </a:xfrm>
                  <a:custGeom>
                    <a:avLst/>
                    <a:gdLst>
                      <a:gd name="connsiteX0" fmla="*/ 262319 w 262318"/>
                      <a:gd name="connsiteY0" fmla="*/ 6096 h 12192"/>
                      <a:gd name="connsiteX1" fmla="*/ 131159 w 262318"/>
                      <a:gd name="connsiteY1" fmla="*/ 12192 h 12192"/>
                      <a:gd name="connsiteX2" fmla="*/ 190 w 262318"/>
                      <a:gd name="connsiteY2" fmla="*/ 6382 h 12192"/>
                      <a:gd name="connsiteX3" fmla="*/ 0 w 262318"/>
                      <a:gd name="connsiteY3" fmla="*/ 6096 h 12192"/>
                      <a:gd name="connsiteX4" fmla="*/ 131159 w 262318"/>
                      <a:gd name="connsiteY4" fmla="*/ 0 h 12192"/>
                      <a:gd name="connsiteX5" fmla="*/ 262319 w 262318"/>
                      <a:gd name="connsiteY5" fmla="*/ 6096 h 121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62318" h="12192">
                        <a:moveTo>
                          <a:pt x="262319" y="6096"/>
                        </a:moveTo>
                        <a:cubicBezTo>
                          <a:pt x="262319" y="9525"/>
                          <a:pt x="203644" y="12192"/>
                          <a:pt x="131159" y="12192"/>
                        </a:cubicBezTo>
                        <a:cubicBezTo>
                          <a:pt x="58674" y="12192"/>
                          <a:pt x="3715" y="9716"/>
                          <a:pt x="190" y="6382"/>
                        </a:cubicBezTo>
                        <a:cubicBezTo>
                          <a:pt x="190" y="6286"/>
                          <a:pt x="0" y="6191"/>
                          <a:pt x="0" y="6096"/>
                        </a:cubicBezTo>
                        <a:cubicBezTo>
                          <a:pt x="0" y="2667"/>
                          <a:pt x="58769" y="0"/>
                          <a:pt x="131159" y="0"/>
                        </a:cubicBezTo>
                        <a:cubicBezTo>
                          <a:pt x="203549" y="0"/>
                          <a:pt x="262319" y="2667"/>
                          <a:pt x="262319" y="6096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de-DE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454545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" name="Freihandform: Form 13">
                    <a:extLst>
                      <a:ext uri="{FF2B5EF4-FFF2-40B4-BE49-F238E27FC236}">
                        <a16:creationId xmlns:a16="http://schemas.microsoft.com/office/drawing/2014/main" id="{2B3FEDE9-E67C-B58E-CFD2-CE51C471026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555051" y="3875563"/>
                    <a:ext cx="2057346" cy="633944"/>
                  </a:xfrm>
                  <a:custGeom>
                    <a:avLst/>
                    <a:gdLst>
                      <a:gd name="connsiteX0" fmla="*/ 262128 w 262127"/>
                      <a:gd name="connsiteY0" fmla="*/ 0 h 80771"/>
                      <a:gd name="connsiteX1" fmla="*/ 230219 w 262127"/>
                      <a:gd name="connsiteY1" fmla="*/ 76105 h 80771"/>
                      <a:gd name="connsiteX2" fmla="*/ 130969 w 262127"/>
                      <a:gd name="connsiteY2" fmla="*/ 80772 h 80771"/>
                      <a:gd name="connsiteX3" fmla="*/ 31718 w 262127"/>
                      <a:gd name="connsiteY3" fmla="*/ 76105 h 80771"/>
                      <a:gd name="connsiteX4" fmla="*/ 31814 w 262127"/>
                      <a:gd name="connsiteY4" fmla="*/ 76105 h 80771"/>
                      <a:gd name="connsiteX5" fmla="*/ 31814 w 262127"/>
                      <a:gd name="connsiteY5" fmla="*/ 75914 h 80771"/>
                      <a:gd name="connsiteX6" fmla="*/ 0 w 262127"/>
                      <a:gd name="connsiteY6" fmla="*/ 286 h 80771"/>
                      <a:gd name="connsiteX7" fmla="*/ 130969 w 262127"/>
                      <a:gd name="connsiteY7" fmla="*/ 6096 h 80771"/>
                      <a:gd name="connsiteX8" fmla="*/ 262128 w 262127"/>
                      <a:gd name="connsiteY8" fmla="*/ 0 h 8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62127" h="80771">
                        <a:moveTo>
                          <a:pt x="262128" y="0"/>
                        </a:moveTo>
                        <a:lnTo>
                          <a:pt x="230219" y="76105"/>
                        </a:lnTo>
                        <a:cubicBezTo>
                          <a:pt x="230219" y="78676"/>
                          <a:pt x="185833" y="80772"/>
                          <a:pt x="130969" y="80772"/>
                        </a:cubicBezTo>
                        <a:cubicBezTo>
                          <a:pt x="76105" y="80772"/>
                          <a:pt x="31718" y="78676"/>
                          <a:pt x="31718" y="76105"/>
                        </a:cubicBezTo>
                        <a:lnTo>
                          <a:pt x="31814" y="76105"/>
                        </a:lnTo>
                        <a:lnTo>
                          <a:pt x="31814" y="75914"/>
                        </a:lnTo>
                        <a:lnTo>
                          <a:pt x="0" y="286"/>
                        </a:lnTo>
                        <a:cubicBezTo>
                          <a:pt x="3524" y="3619"/>
                          <a:pt x="60865" y="6096"/>
                          <a:pt x="130969" y="6096"/>
                        </a:cubicBezTo>
                        <a:cubicBezTo>
                          <a:pt x="201073" y="6096"/>
                          <a:pt x="262128" y="3429"/>
                          <a:pt x="262128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de-DE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454545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41" name="Textfeld 112">
                  <a:extLst>
                    <a:ext uri="{FF2B5EF4-FFF2-40B4-BE49-F238E27FC236}">
                      <a16:creationId xmlns:a16="http://schemas.microsoft.com/office/drawing/2014/main" id="{1F0BEBA8-CDC1-C1FC-237A-1083513034D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072582" y="3298106"/>
                  <a:ext cx="1483208" cy="581504"/>
                </a:xfrm>
                <a:prstGeom prst="rect">
                  <a:avLst/>
                </a:prstGeom>
              </p:spPr>
              <p:txBody>
                <a:bodyPr vert="horz" wrap="none" lIns="0" tIns="0" rIns="0" bIns="0" rtlCol="0" anchor="ctr">
                  <a:no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rgbClr val="454545"/>
                    </a:buClr>
                    <a:buSzTx/>
                    <a:buFontTx/>
                    <a:buNone/>
                    <a:tabLst>
                      <a:tab pos="1079500" algn="l"/>
                    </a:tabLst>
                    <a:defRPr/>
                  </a:pPr>
                  <a:r>
                    <a:rPr kumimoji="0" lang="en-US" sz="11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  <a:t>Angabe</a:t>
                  </a:r>
                  <a:r>
                    <a:rPr kumimoji="0" lang="en-US" sz="11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  <a:t> Person:</a:t>
                  </a:r>
                  <a:br>
                    <a:rPr kumimoji="0" lang="en-US" sz="11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</a:br>
                  <a:r>
                    <a:rPr kumimoji="0" lang="en-US" sz="1100" b="1" i="0" u="sng" strike="noStrike" kern="1200" cap="none" spc="0" normalizeH="0" baseline="0" noProof="0" err="1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  <a:t>Finaler</a:t>
                  </a:r>
                  <a:r>
                    <a:rPr kumimoji="0" lang="en-US" sz="1100" b="1" i="0" u="sng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  <a:t> Preis</a:t>
                  </a:r>
                </a:p>
              </p:txBody>
            </p:sp>
          </p:grpSp>
          <p:pic>
            <p:nvPicPr>
              <p:cNvPr id="17" name="Grafik 16" descr="Marke 6 mit einfarbiger Füllung">
                <a:extLst>
                  <a:ext uri="{FF2B5EF4-FFF2-40B4-BE49-F238E27FC236}">
                    <a16:creationId xmlns:a16="http://schemas.microsoft.com/office/drawing/2014/main" id="{AFCC9083-8953-97A1-9604-E3365B9D58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3688918" y="4361266"/>
                <a:ext cx="180000" cy="180000"/>
              </a:xfrm>
              <a:prstGeom prst="rect">
                <a:avLst/>
              </a:prstGeom>
            </p:spPr>
          </p:pic>
        </p:grpSp>
        <p:pic>
          <p:nvPicPr>
            <p:cNvPr id="20" name="Grafik 19" descr="Marke 7 mit einfarbiger Füllung">
              <a:extLst>
                <a:ext uri="{FF2B5EF4-FFF2-40B4-BE49-F238E27FC236}">
                  <a16:creationId xmlns:a16="http://schemas.microsoft.com/office/drawing/2014/main" id="{648D6E35-0CE1-C39C-911E-348C3BA59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903837" y="5215311"/>
              <a:ext cx="180000" cy="180000"/>
            </a:xfrm>
            <a:prstGeom prst="rect">
              <a:avLst/>
            </a:prstGeom>
          </p:spPr>
        </p:pic>
      </p:grpSp>
      <p:sp>
        <p:nvSpPr>
          <p:cNvPr id="65" name="Ellipse 64">
            <a:extLst>
              <a:ext uri="{FF2B5EF4-FFF2-40B4-BE49-F238E27FC236}">
                <a16:creationId xmlns:a16="http://schemas.microsoft.com/office/drawing/2014/main" id="{2B62249B-B87D-318F-6884-1C84785B8D92}"/>
              </a:ext>
            </a:extLst>
          </p:cNvPr>
          <p:cNvSpPr/>
          <p:nvPr/>
        </p:nvSpPr>
        <p:spPr>
          <a:xfrm>
            <a:off x="1447323" y="3208905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AT" sz="1600" err="1">
              <a:solidFill>
                <a:schemeClr val="bg1"/>
              </a:solidFill>
            </a:endParaRP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822CE5E4-0097-50E9-662D-7F63E482DA91}"/>
              </a:ext>
            </a:extLst>
          </p:cNvPr>
          <p:cNvSpPr/>
          <p:nvPr/>
        </p:nvSpPr>
        <p:spPr>
          <a:xfrm>
            <a:off x="1447323" y="3937461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AT" sz="1600" err="1">
              <a:solidFill>
                <a:schemeClr val="bg1"/>
              </a:solidFill>
            </a:endParaRP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940F4533-B15C-337E-E395-26FA8426488A}"/>
              </a:ext>
            </a:extLst>
          </p:cNvPr>
          <p:cNvSpPr/>
          <p:nvPr/>
        </p:nvSpPr>
        <p:spPr>
          <a:xfrm>
            <a:off x="1447323" y="4728290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AT" sz="1600" err="1">
              <a:solidFill>
                <a:schemeClr val="bg1"/>
              </a:solidFill>
            </a:endParaRP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83B1FC8F-5D5F-2C66-C822-FF040CD5DF6C}"/>
              </a:ext>
            </a:extLst>
          </p:cNvPr>
          <p:cNvSpPr/>
          <p:nvPr/>
        </p:nvSpPr>
        <p:spPr>
          <a:xfrm>
            <a:off x="1447323" y="5461916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AT" sz="16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8916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F2A4178-BDB7-6010-CE49-E24ED4936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526A70A-B08A-F7C6-24DA-0174BB8A8FE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9" imgH="350" progId="TCLayout.ActiveDocument.1">
                  <p:embed/>
                </p:oleObj>
              </mc:Choice>
              <mc:Fallback>
                <p:oleObj name="think-cell Slide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26A70A-B08A-F7C6-24DA-0174BB8A8F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itel 52">
            <a:extLst>
              <a:ext uri="{FF2B5EF4-FFF2-40B4-BE49-F238E27FC236}">
                <a16:creationId xmlns:a16="http://schemas.microsoft.com/office/drawing/2014/main" id="{FD2E3CEA-DF98-75BF-888A-A7EDD986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6" y="917607"/>
            <a:ext cx="11414124" cy="739599"/>
          </a:xfrm>
        </p:spPr>
        <p:txBody>
          <a:bodyPr vert="horz"/>
          <a:lstStyle/>
          <a:p>
            <a:r>
              <a:rPr lang="de-DE" err="1"/>
              <a:t>Funnelübersicht</a:t>
            </a:r>
            <a:r>
              <a:rPr lang="de-DE"/>
              <a:t> Online-Abschluss: Erstmalige Preisanzeige und finaler Preis führen zum höchsten Drop-off</a:t>
            </a:r>
            <a:br>
              <a:rPr lang="de-DE"/>
            </a:br>
            <a:endParaRPr lang="en-US"/>
          </a:p>
        </p:txBody>
      </p:sp>
      <p:sp>
        <p:nvSpPr>
          <p:cNvPr id="85" name="Date Placeholder 1">
            <a:extLst>
              <a:ext uri="{FF2B5EF4-FFF2-40B4-BE49-F238E27FC236}">
                <a16:creationId xmlns:a16="http://schemas.microsoft.com/office/drawing/2014/main" id="{1528C194-1092-265C-C3D0-659F14BFD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875" y="6556875"/>
            <a:ext cx="588192" cy="21945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19.02.2026</a:t>
            </a:r>
            <a:endParaRPr kumimoji="0" lang="de-AT" sz="900" b="0" i="0" u="none" strike="noStrike" kern="1200" cap="none" spc="0" normalizeH="0" baseline="0" noProof="0">
              <a:ln>
                <a:noFill/>
              </a:ln>
              <a:solidFill>
                <a:srgbClr val="005CA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7" name="Slide Number Placeholder 3">
            <a:extLst>
              <a:ext uri="{FF2B5EF4-FFF2-40B4-BE49-F238E27FC236}">
                <a16:creationId xmlns:a16="http://schemas.microsoft.com/office/drawing/2014/main" id="{039D2952-1CF1-9738-7D5B-6315FD5D5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3759" y="6556875"/>
            <a:ext cx="588191" cy="219454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52981-3CA4-4342-A3CD-6DEDCD14014C}" type="slidenum">
              <a:rPr kumimoji="0" lang="de-AT" sz="900" b="0" i="0" u="none" strike="noStrike" kern="1200" cap="none" spc="0" normalizeH="0" baseline="0" noProof="0" smtClean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AT" sz="900" b="0" i="0" u="none" strike="noStrike" kern="1200" cap="none" spc="0" normalizeH="0" baseline="0" noProof="0">
              <a:ln>
                <a:noFill/>
              </a:ln>
              <a:solidFill>
                <a:srgbClr val="005CA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122ABF93-9EBA-42C7-0CE4-6A6216C3B05E}"/>
              </a:ext>
            </a:extLst>
          </p:cNvPr>
          <p:cNvSpPr txBox="1"/>
          <p:nvPr/>
        </p:nvSpPr>
        <p:spPr>
          <a:xfrm>
            <a:off x="8760822" y="6508308"/>
            <a:ext cx="2737031" cy="2413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3000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  <a:r>
              <a:rPr kumimoji="0" lang="de-AT" sz="9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Zeitraum der </a:t>
            </a:r>
            <a:r>
              <a:rPr kumimoji="0" lang="de-AT" sz="9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Daten</a:t>
            </a:r>
            <a:r>
              <a:rPr kumimoji="0" lang="de-AT" sz="9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10.12.2025 bis 01.02.2026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B5CF69B-AF78-B7A9-DE9B-3D02FBF8DF22}"/>
              </a:ext>
            </a:extLst>
          </p:cNvPr>
          <p:cNvGrpSpPr/>
          <p:nvPr/>
        </p:nvGrpSpPr>
        <p:grpSpPr>
          <a:xfrm>
            <a:off x="5752617" y="3529001"/>
            <a:ext cx="2157726" cy="720000"/>
            <a:chOff x="5752617" y="3321908"/>
            <a:chExt cx="2157726" cy="720000"/>
          </a:xfrm>
        </p:grpSpPr>
        <p:pic>
          <p:nvPicPr>
            <p:cNvPr id="68" name="Grafik 67" descr="Erdgeschoss Silhouette">
              <a:extLst>
                <a:ext uri="{FF2B5EF4-FFF2-40B4-BE49-F238E27FC236}">
                  <a16:creationId xmlns:a16="http://schemas.microsoft.com/office/drawing/2014/main" id="{A1B9E4AC-8CB3-7D1D-27C8-6C633A347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52617" y="3321908"/>
              <a:ext cx="720000" cy="720000"/>
            </a:xfrm>
            <a:prstGeom prst="rect">
              <a:avLst/>
            </a:prstGeom>
          </p:spPr>
        </p:pic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40363791-9F8B-4895-3DD9-40F036DAAB04}"/>
                </a:ext>
              </a:extLst>
            </p:cNvPr>
            <p:cNvSpPr txBox="1"/>
            <p:nvPr/>
          </p:nvSpPr>
          <p:spPr>
            <a:xfrm>
              <a:off x="6356083" y="3473489"/>
              <a:ext cx="1554260" cy="41236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CA9"/>
                </a:buClr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5CA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Drop-off 66%</a:t>
              </a:r>
              <a:r>
                <a:rPr kumimoji="0" lang="en-US" sz="1600" b="1" i="0" u="none" strike="noStrike" kern="1200" cap="none" spc="0" normalizeH="0" baseline="30000" noProof="0">
                  <a:ln>
                    <a:noFill/>
                  </a:ln>
                  <a:solidFill>
                    <a:srgbClr val="005CA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38DE6C30-53DE-68FD-42DA-6844B8331542}"/>
              </a:ext>
            </a:extLst>
          </p:cNvPr>
          <p:cNvGrpSpPr/>
          <p:nvPr/>
        </p:nvGrpSpPr>
        <p:grpSpPr>
          <a:xfrm>
            <a:off x="1416063" y="4147634"/>
            <a:ext cx="2259969" cy="720000"/>
            <a:chOff x="1416063" y="4026266"/>
            <a:chExt cx="2259969" cy="720000"/>
          </a:xfrm>
        </p:grpSpPr>
        <p:pic>
          <p:nvPicPr>
            <p:cNvPr id="66" name="Grafik 65" descr="Erdgeschoss Silhouette">
              <a:extLst>
                <a:ext uri="{FF2B5EF4-FFF2-40B4-BE49-F238E27FC236}">
                  <a16:creationId xmlns:a16="http://schemas.microsoft.com/office/drawing/2014/main" id="{D0D99192-44D8-D407-5F00-0F2DBBB74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956032" y="4026266"/>
              <a:ext cx="720000" cy="720000"/>
            </a:xfrm>
            <a:prstGeom prst="rect">
              <a:avLst/>
            </a:prstGeom>
          </p:spPr>
        </p:pic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5F53A920-6B3E-4E19-980F-290AE74134FD}"/>
                </a:ext>
              </a:extLst>
            </p:cNvPr>
            <p:cNvSpPr txBox="1"/>
            <p:nvPr/>
          </p:nvSpPr>
          <p:spPr>
            <a:xfrm>
              <a:off x="1416063" y="4180082"/>
              <a:ext cx="1554260" cy="41236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CA9"/>
                </a:buClr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5CA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Drop-off 24%</a:t>
              </a:r>
              <a:r>
                <a:rPr kumimoji="0" lang="en-US" sz="1600" b="1" i="0" u="none" strike="noStrike" kern="1200" cap="none" spc="0" normalizeH="0" baseline="30000" noProof="0">
                  <a:ln>
                    <a:noFill/>
                  </a:ln>
                  <a:solidFill>
                    <a:srgbClr val="005CA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1</a:t>
              </a: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60C2713-B0A9-0B96-F6A3-CF2EBA537F04}"/>
              </a:ext>
            </a:extLst>
          </p:cNvPr>
          <p:cNvGrpSpPr/>
          <p:nvPr/>
        </p:nvGrpSpPr>
        <p:grpSpPr>
          <a:xfrm>
            <a:off x="5055529" y="5065798"/>
            <a:ext cx="2213037" cy="720000"/>
            <a:chOff x="5055529" y="4858705"/>
            <a:chExt cx="2213037" cy="720000"/>
          </a:xfrm>
        </p:grpSpPr>
        <p:pic>
          <p:nvPicPr>
            <p:cNvPr id="70" name="Grafik 69" descr="Erdgeschoss Silhouette">
              <a:extLst>
                <a:ext uri="{FF2B5EF4-FFF2-40B4-BE49-F238E27FC236}">
                  <a16:creationId xmlns:a16="http://schemas.microsoft.com/office/drawing/2014/main" id="{7EFDF7C7-FEC5-4E2D-0E92-FE42C80C5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055529" y="4858705"/>
              <a:ext cx="720000" cy="720000"/>
            </a:xfrm>
            <a:prstGeom prst="rect">
              <a:avLst/>
            </a:prstGeom>
          </p:spPr>
        </p:pic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C5D2CFDD-96DE-60BB-47CA-271F18863CD9}"/>
                </a:ext>
              </a:extLst>
            </p:cNvPr>
            <p:cNvSpPr txBox="1"/>
            <p:nvPr/>
          </p:nvSpPr>
          <p:spPr>
            <a:xfrm>
              <a:off x="5714306" y="5045328"/>
              <a:ext cx="1554260" cy="41236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CA9"/>
                </a:buClr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5CA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Drop-off 78%</a:t>
              </a:r>
              <a:r>
                <a:rPr kumimoji="0" lang="en-US" sz="1600" b="1" i="0" u="none" strike="noStrike" kern="1200" cap="none" spc="0" normalizeH="0" baseline="30000" noProof="0">
                  <a:ln>
                    <a:noFill/>
                  </a:ln>
                  <a:solidFill>
                    <a:srgbClr val="005CA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1</a:t>
              </a: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75" name="Rechteck: abgerundete Ecken 74">
            <a:extLst>
              <a:ext uri="{FF2B5EF4-FFF2-40B4-BE49-F238E27FC236}">
                <a16:creationId xmlns:a16="http://schemas.microsoft.com/office/drawing/2014/main" id="{8D95ED94-6EA3-DA64-590B-410AC9C3072F}"/>
              </a:ext>
            </a:extLst>
          </p:cNvPr>
          <p:cNvSpPr/>
          <p:nvPr/>
        </p:nvSpPr>
        <p:spPr>
          <a:xfrm>
            <a:off x="8839200" y="2492943"/>
            <a:ext cx="2952751" cy="3744345"/>
          </a:xfrm>
          <a:prstGeom prst="roundRect">
            <a:avLst>
              <a:gd name="adj" fmla="val 524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AT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Hoher Drop-off </a:t>
            </a:r>
            <a:r>
              <a:rPr kumimoji="0" lang="de-AT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bei erstmaliger Preisanzeige </a:t>
            </a:r>
            <a:r>
              <a:rPr kumimoji="0" lang="de-AT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normal</a:t>
            </a:r>
            <a:r>
              <a:rPr kumimoji="0" lang="de-AT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im Onlineabschluss </a:t>
            </a:r>
            <a:r>
              <a:rPr kumimoji="0" lang="de-AT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de-AT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Informationsbedarf des Kunden</a:t>
            </a:r>
            <a:br>
              <a:rPr kumimoji="0" lang="de-AT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</a:br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Wingdings" panose="05000000000000000000" pitchFamily="2" charset="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AT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ROPO* </a:t>
            </a:r>
            <a:r>
              <a:rPr kumimoji="0" lang="de-AT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Side Effekt</a:t>
            </a:r>
            <a:br>
              <a:rPr kumimoji="0" lang="de-AT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</a:br>
            <a:r>
              <a:rPr kumimoji="0" lang="de-AT" sz="16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Preis online nachsehen und beim Berater kaufen</a:t>
            </a:r>
            <a:br>
              <a:rPr kumimoji="0" lang="de-AT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</a:br>
            <a:r>
              <a:rPr kumimoji="0" lang="de-AT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nicht erfassbar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AC238C94-63C8-84CF-519D-89B5E6C455DD}"/>
              </a:ext>
            </a:extLst>
          </p:cNvPr>
          <p:cNvSpPr/>
          <p:nvPr/>
        </p:nvSpPr>
        <p:spPr>
          <a:xfrm>
            <a:off x="257978" y="1796461"/>
            <a:ext cx="8375650" cy="392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4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Darstellung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4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der vier Steps mit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4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dem </a:t>
            </a:r>
            <a:r>
              <a: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004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höchsten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4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Drop-off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4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4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15-stufigen Online-Funnel</a:t>
            </a:r>
          </a:p>
        </p:txBody>
      </p: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9490EA12-F706-05B8-447C-21F1384BE2BA}"/>
              </a:ext>
            </a:extLst>
          </p:cNvPr>
          <p:cNvGrpSpPr/>
          <p:nvPr/>
        </p:nvGrpSpPr>
        <p:grpSpPr>
          <a:xfrm>
            <a:off x="135670" y="6361755"/>
            <a:ext cx="2197554" cy="151688"/>
            <a:chOff x="6574971" y="2428089"/>
            <a:chExt cx="2197554" cy="151688"/>
          </a:xfrm>
        </p:grpSpPr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A5D7ABE8-B5F3-3B76-4048-8BBD402F5D9B}"/>
                </a:ext>
              </a:extLst>
            </p:cNvPr>
            <p:cNvSpPr txBox="1"/>
            <p:nvPr/>
          </p:nvSpPr>
          <p:spPr>
            <a:xfrm>
              <a:off x="6574971" y="2436798"/>
              <a:ext cx="2197554" cy="1429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CA9"/>
                </a:buClr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5CA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Zahlen     -     </a:t>
              </a:r>
              <a:r>
                <a:rPr kumimoji="0" lang="en-US" sz="800" b="0" i="0" u="none" strike="noStrike" kern="1200" cap="none" spc="0" normalizeH="0" baseline="0" noProof="0" err="1">
                  <a:ln>
                    <a:noFill/>
                  </a:ln>
                  <a:solidFill>
                    <a:srgbClr val="005CA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kennzeichnen</a:t>
              </a: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5CA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Step </a:t>
              </a:r>
              <a:r>
                <a:rPr kumimoji="0" lang="en-US" sz="800" b="0" i="0" u="none" strike="noStrike" kern="1200" cap="none" spc="0" normalizeH="0" baseline="0" noProof="0" err="1">
                  <a:ln>
                    <a:noFill/>
                  </a:ln>
                  <a:solidFill>
                    <a:srgbClr val="005CA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im</a:t>
              </a: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5CA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Funnel</a:t>
              </a:r>
            </a:p>
          </p:txBody>
        </p:sp>
        <p:pic>
          <p:nvPicPr>
            <p:cNvPr id="30" name="Grafik 29" descr="Marke 4 mit einfarbiger Füllung">
              <a:extLst>
                <a:ext uri="{FF2B5EF4-FFF2-40B4-BE49-F238E27FC236}">
                  <a16:creationId xmlns:a16="http://schemas.microsoft.com/office/drawing/2014/main" id="{D8F4F21D-A67A-9526-2C62-BC7032A5D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103015" y="2428089"/>
              <a:ext cx="144000" cy="144000"/>
            </a:xfrm>
            <a:prstGeom prst="rect">
              <a:avLst/>
            </a:prstGeom>
          </p:spPr>
        </p:pic>
        <p:pic>
          <p:nvPicPr>
            <p:cNvPr id="32" name="Grafik 31" descr="Marke 7 mit einfarbiger Füllung">
              <a:extLst>
                <a:ext uri="{FF2B5EF4-FFF2-40B4-BE49-F238E27FC236}">
                  <a16:creationId xmlns:a16="http://schemas.microsoft.com/office/drawing/2014/main" id="{9D74AB28-D82A-73A3-BEF3-69AC78623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280043" y="2428089"/>
              <a:ext cx="144000" cy="144000"/>
            </a:xfrm>
            <a:prstGeom prst="rect">
              <a:avLst/>
            </a:prstGeom>
          </p:spPr>
        </p:pic>
      </p:grpSp>
      <p:sp>
        <p:nvSpPr>
          <p:cNvPr id="11" name="Textfeld 10">
            <a:extLst>
              <a:ext uri="{FF2B5EF4-FFF2-40B4-BE49-F238E27FC236}">
                <a16:creationId xmlns:a16="http://schemas.microsoft.com/office/drawing/2014/main" id="{85B2AA03-A920-694E-A9D7-3B02340DC556}"/>
              </a:ext>
            </a:extLst>
          </p:cNvPr>
          <p:cNvSpPr txBox="1"/>
          <p:nvPr/>
        </p:nvSpPr>
        <p:spPr>
          <a:xfrm>
            <a:off x="9367731" y="5984753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*Research online Purchase offline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D0254FC-B886-F75F-6B0A-39615153BDE7}"/>
              </a:ext>
            </a:extLst>
          </p:cNvPr>
          <p:cNvSpPr/>
          <p:nvPr/>
        </p:nvSpPr>
        <p:spPr>
          <a:xfrm>
            <a:off x="6525357" y="424819"/>
            <a:ext cx="219454" cy="219454"/>
          </a:xfrm>
          <a:prstGeom prst="ellipse">
            <a:avLst/>
          </a:prstGeom>
          <a:solidFill>
            <a:schemeClr val="bg1"/>
          </a:solidFill>
          <a:ln>
            <a:solidFill>
              <a:srgbClr val="005C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spcAft>
                <a:spcPts val="1000"/>
              </a:spcAft>
            </a:pPr>
            <a:r>
              <a:rPr lang="de-AT" sz="110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6" name="Textplatzhalter 4">
            <a:extLst>
              <a:ext uri="{FF2B5EF4-FFF2-40B4-BE49-F238E27FC236}">
                <a16:creationId xmlns:a16="http://schemas.microsoft.com/office/drawing/2014/main" id="{3B60F885-0DB7-36B7-F084-F9E098D947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74313" y="271305"/>
            <a:ext cx="8817638" cy="346931"/>
          </a:xfrm>
        </p:spPr>
        <p:txBody>
          <a:bodyPr>
            <a:normAutofit/>
          </a:bodyPr>
          <a:lstStyle/>
          <a:p>
            <a:br>
              <a:rPr lang="de-DE">
                <a:ea typeface="Times New Roman" panose="02020603050405020304" pitchFamily="18" charset="0"/>
                <a:cs typeface="Aptos" panose="020B0004020202020204" pitchFamily="34" charset="0"/>
              </a:rPr>
            </a:br>
            <a:r>
              <a:rPr lang="de-DE">
                <a:ea typeface="Times New Roman" panose="02020603050405020304" pitchFamily="18" charset="0"/>
                <a:cs typeface="Aptos" panose="020B0004020202020204" pitchFamily="34" charset="0"/>
              </a:rPr>
              <a:t>Update OVT ambulantes KV-Produkt</a:t>
            </a:r>
            <a:r>
              <a:rPr lang="de-DE"/>
              <a:t>: Health Integration Board | UNIQA &amp; Mavie</a:t>
            </a:r>
          </a:p>
        </p:txBody>
      </p:sp>
      <p:sp>
        <p:nvSpPr>
          <p:cNvPr id="28" name="Fußzeilenplatzhalter 17">
            <a:extLst>
              <a:ext uri="{FF2B5EF4-FFF2-40B4-BE49-F238E27FC236}">
                <a16:creationId xmlns:a16="http://schemas.microsoft.com/office/drawing/2014/main" id="{B521D985-ECDA-01BA-DE5C-B2BCAAF72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0" y="6556875"/>
            <a:ext cx="6127477" cy="219454"/>
          </a:xfrm>
        </p:spPr>
        <p:txBody>
          <a:bodyPr/>
          <a:lstStyle/>
          <a:p>
            <a:r>
              <a:rPr lang="de-DE" noProof="0"/>
              <a:t>| Market </a:t>
            </a:r>
            <a:r>
              <a:rPr lang="de-DE" noProof="0" err="1"/>
              <a:t>Intelligence</a:t>
            </a:r>
            <a:r>
              <a:rPr lang="de-DE" noProof="0"/>
              <a:t> &amp; Transformation - Group Personal Lines &amp; Asset Management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6DEAD386-BB18-7726-C031-680259EA7D54}"/>
              </a:ext>
            </a:extLst>
          </p:cNvPr>
          <p:cNvGrpSpPr/>
          <p:nvPr/>
        </p:nvGrpSpPr>
        <p:grpSpPr>
          <a:xfrm>
            <a:off x="8268101" y="2849502"/>
            <a:ext cx="356969" cy="2898678"/>
            <a:chOff x="4768645" y="2828644"/>
            <a:chExt cx="356969" cy="2898678"/>
          </a:xfrm>
        </p:grpSpPr>
        <p:cxnSp>
          <p:nvCxnSpPr>
            <p:cNvPr id="34" name="Straight Connector 109">
              <a:extLst>
                <a:ext uri="{FF2B5EF4-FFF2-40B4-BE49-F238E27FC236}">
                  <a16:creationId xmlns:a16="http://schemas.microsoft.com/office/drawing/2014/main" id="{17693CBE-B30D-1BDA-A242-E2DBB2AA1B81}"/>
                </a:ext>
              </a:extLst>
            </p:cNvPr>
            <p:cNvCxnSpPr>
              <a:cxnSpLocks/>
            </p:cNvCxnSpPr>
            <p:nvPr/>
          </p:nvCxnSpPr>
          <p:spPr>
            <a:xfrm>
              <a:off x="4947130" y="2828644"/>
              <a:ext cx="0" cy="2898678"/>
            </a:xfrm>
            <a:prstGeom prst="line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1CFED8F4-36B5-A1D2-F98D-F61E6E83CAE3}"/>
                </a:ext>
              </a:extLst>
            </p:cNvPr>
            <p:cNvGrpSpPr/>
            <p:nvPr/>
          </p:nvGrpSpPr>
          <p:grpSpPr>
            <a:xfrm>
              <a:off x="4768645" y="4099499"/>
              <a:ext cx="356969" cy="356969"/>
              <a:chOff x="7114347" y="4197688"/>
              <a:chExt cx="580778" cy="580772"/>
            </a:xfrm>
          </p:grpSpPr>
          <p:grpSp>
            <p:nvGrpSpPr>
              <p:cNvPr id="44" name="Gruppieren 43">
                <a:extLst>
                  <a:ext uri="{FF2B5EF4-FFF2-40B4-BE49-F238E27FC236}">
                    <a16:creationId xmlns:a16="http://schemas.microsoft.com/office/drawing/2014/main" id="{7A678967-661F-C119-6980-199B32210F72}"/>
                  </a:ext>
                </a:extLst>
              </p:cNvPr>
              <p:cNvGrpSpPr/>
              <p:nvPr/>
            </p:nvGrpSpPr>
            <p:grpSpPr>
              <a:xfrm>
                <a:off x="7114347" y="4197688"/>
                <a:ext cx="580778" cy="580772"/>
                <a:chOff x="510281" y="3602665"/>
                <a:chExt cx="750439" cy="750436"/>
              </a:xfrm>
            </p:grpSpPr>
            <p:sp>
              <p:nvSpPr>
                <p:cNvPr id="46" name="Oval 30">
                  <a:extLst>
                    <a:ext uri="{FF2B5EF4-FFF2-40B4-BE49-F238E27FC236}">
                      <a16:creationId xmlns:a16="http://schemas.microsoft.com/office/drawing/2014/main" id="{14CA07BE-4530-6295-59ED-7D7B20677DB1}"/>
                    </a:ext>
                  </a:extLst>
                </p:cNvPr>
                <p:cNvSpPr/>
                <p:nvPr/>
              </p:nvSpPr>
              <p:spPr>
                <a:xfrm>
                  <a:off x="510281" y="3602665"/>
                  <a:ext cx="750439" cy="750436"/>
                </a:xfrm>
                <a:prstGeom prst="ellipse">
                  <a:avLst/>
                </a:prstGeom>
                <a:solidFill>
                  <a:srgbClr val="CADCE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7" name="Oval 31">
                  <a:extLst>
                    <a:ext uri="{FF2B5EF4-FFF2-40B4-BE49-F238E27FC236}">
                      <a16:creationId xmlns:a16="http://schemas.microsoft.com/office/drawing/2014/main" id="{3E694337-6841-3B17-F7E5-41270E4C8082}"/>
                    </a:ext>
                  </a:extLst>
                </p:cNvPr>
                <p:cNvSpPr/>
                <p:nvPr/>
              </p:nvSpPr>
              <p:spPr>
                <a:xfrm>
                  <a:off x="571428" y="3663812"/>
                  <a:ext cx="628144" cy="628141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</p:grpSp>
          <p:pic>
            <p:nvPicPr>
              <p:cNvPr id="45" name="Grafik 44">
                <a:extLst>
                  <a:ext uri="{FF2B5EF4-FFF2-40B4-BE49-F238E27FC236}">
                    <a16:creationId xmlns:a16="http://schemas.microsoft.com/office/drawing/2014/main" id="{2DB720B1-348F-AD8C-8790-4CBD383347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/>
              <a:stretch/>
            </p:blipFill>
            <p:spPr>
              <a:xfrm>
                <a:off x="7119322" y="4202660"/>
                <a:ext cx="570830" cy="570830"/>
              </a:xfrm>
              <a:prstGeom prst="rect">
                <a:avLst/>
              </a:prstGeom>
            </p:spPr>
          </p:pic>
        </p:grpSp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DA717DCD-725C-C64E-80A7-78C8D2F92F29}"/>
              </a:ext>
            </a:extLst>
          </p:cNvPr>
          <p:cNvGrpSpPr/>
          <p:nvPr/>
        </p:nvGrpSpPr>
        <p:grpSpPr>
          <a:xfrm>
            <a:off x="2861804" y="2876229"/>
            <a:ext cx="3420000" cy="3058712"/>
            <a:chOff x="2861804" y="2876229"/>
            <a:chExt cx="3420000" cy="3058712"/>
          </a:xfrm>
        </p:grpSpPr>
        <p:sp>
          <p:nvSpPr>
            <p:cNvPr id="38" name="Gleichschenkliges Dreieck 39">
              <a:extLst>
                <a:ext uri="{FF2B5EF4-FFF2-40B4-BE49-F238E27FC236}">
                  <a16:creationId xmlns:a16="http://schemas.microsoft.com/office/drawing/2014/main" id="{565E0920-626E-6C80-E65D-1137AEA226EA}"/>
                </a:ext>
              </a:extLst>
            </p:cNvPr>
            <p:cNvSpPr>
              <a:spLocks/>
            </p:cNvSpPr>
            <p:nvPr/>
          </p:nvSpPr>
          <p:spPr>
            <a:xfrm rot="10800000">
              <a:off x="4445804" y="5826941"/>
              <a:ext cx="252000" cy="108000"/>
            </a:xfrm>
            <a:custGeom>
              <a:avLst/>
              <a:gdLst>
                <a:gd name="connsiteX0" fmla="*/ 0 w 303379"/>
                <a:gd name="connsiteY0" fmla="*/ 159723 h 159723"/>
                <a:gd name="connsiteX1" fmla="*/ 151690 w 303379"/>
                <a:gd name="connsiteY1" fmla="*/ 0 h 159723"/>
                <a:gd name="connsiteX2" fmla="*/ 303379 w 303379"/>
                <a:gd name="connsiteY2" fmla="*/ 159723 h 159723"/>
                <a:gd name="connsiteX3" fmla="*/ 0 w 303379"/>
                <a:gd name="connsiteY3" fmla="*/ 159723 h 159723"/>
                <a:gd name="connsiteX0" fmla="*/ 0 w 303379"/>
                <a:gd name="connsiteY0" fmla="*/ 159723 h 251163"/>
                <a:gd name="connsiteX1" fmla="*/ 151690 w 303379"/>
                <a:gd name="connsiteY1" fmla="*/ 0 h 251163"/>
                <a:gd name="connsiteX2" fmla="*/ 303379 w 303379"/>
                <a:gd name="connsiteY2" fmla="*/ 159723 h 251163"/>
                <a:gd name="connsiteX3" fmla="*/ 91440 w 303379"/>
                <a:gd name="connsiteY3" fmla="*/ 251163 h 251163"/>
                <a:gd name="connsiteX0" fmla="*/ 0 w 303379"/>
                <a:gd name="connsiteY0" fmla="*/ 159723 h 159723"/>
                <a:gd name="connsiteX1" fmla="*/ 151690 w 303379"/>
                <a:gd name="connsiteY1" fmla="*/ 0 h 159723"/>
                <a:gd name="connsiteX2" fmla="*/ 303379 w 303379"/>
                <a:gd name="connsiteY2" fmla="*/ 159723 h 159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3379" h="159723">
                  <a:moveTo>
                    <a:pt x="0" y="159723"/>
                  </a:moveTo>
                  <a:lnTo>
                    <a:pt x="151690" y="0"/>
                  </a:lnTo>
                  <a:lnTo>
                    <a:pt x="303379" y="159723"/>
                  </a:lnTo>
                </a:path>
              </a:pathLst>
            </a:custGeom>
            <a:noFill/>
            <a:ln w="38100" cap="sq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BFF5443E-C354-D70C-F6E3-2DE33F8B2AAC}"/>
                </a:ext>
              </a:extLst>
            </p:cNvPr>
            <p:cNvGrpSpPr/>
            <p:nvPr/>
          </p:nvGrpSpPr>
          <p:grpSpPr>
            <a:xfrm>
              <a:off x="3836848" y="5154824"/>
              <a:ext cx="1404000" cy="576000"/>
              <a:chOff x="5053499" y="4611348"/>
              <a:chExt cx="1484700" cy="654876"/>
            </a:xfrm>
          </p:grpSpPr>
          <p:grpSp>
            <p:nvGrpSpPr>
              <p:cNvPr id="3" name="Gruppieren 8">
                <a:extLst>
                  <a:ext uri="{FF2B5EF4-FFF2-40B4-BE49-F238E27FC236}">
                    <a16:creationId xmlns:a16="http://schemas.microsoft.com/office/drawing/2014/main" id="{2E5508F3-41FA-E6EF-2856-0E2FF9BAB285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053499" y="4611348"/>
                <a:ext cx="1484700" cy="654876"/>
                <a:chOff x="1840625" y="4524467"/>
                <a:chExt cx="1484700" cy="654876"/>
              </a:xfrm>
            </p:grpSpPr>
            <p:sp>
              <p:nvSpPr>
                <p:cNvPr id="4" name="Freihandform: Form 9">
                  <a:extLst>
                    <a:ext uri="{FF2B5EF4-FFF2-40B4-BE49-F238E27FC236}">
                      <a16:creationId xmlns:a16="http://schemas.microsoft.com/office/drawing/2014/main" id="{3984958A-E234-8938-2D73-2C99DD66F63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840625" y="4524467"/>
                  <a:ext cx="1484700" cy="68770"/>
                </a:xfrm>
                <a:custGeom>
                  <a:avLst/>
                  <a:gdLst>
                    <a:gd name="connsiteX0" fmla="*/ 189166 w 189166"/>
                    <a:gd name="connsiteY0" fmla="*/ 4381 h 8762"/>
                    <a:gd name="connsiteX1" fmla="*/ 189071 w 189166"/>
                    <a:gd name="connsiteY1" fmla="*/ 4572 h 8762"/>
                    <a:gd name="connsiteX2" fmla="*/ 94583 w 189166"/>
                    <a:gd name="connsiteY2" fmla="*/ 8763 h 8762"/>
                    <a:gd name="connsiteX3" fmla="*/ 95 w 189166"/>
                    <a:gd name="connsiteY3" fmla="*/ 4572 h 8762"/>
                    <a:gd name="connsiteX4" fmla="*/ 0 w 189166"/>
                    <a:gd name="connsiteY4" fmla="*/ 4381 h 8762"/>
                    <a:gd name="connsiteX5" fmla="*/ 94583 w 189166"/>
                    <a:gd name="connsiteY5" fmla="*/ 0 h 8762"/>
                    <a:gd name="connsiteX6" fmla="*/ 189166 w 189166"/>
                    <a:gd name="connsiteY6" fmla="*/ 4381 h 8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9166" h="8762">
                      <a:moveTo>
                        <a:pt x="189166" y="4381"/>
                      </a:moveTo>
                      <a:cubicBezTo>
                        <a:pt x="189166" y="4381"/>
                        <a:pt x="189166" y="4572"/>
                        <a:pt x="189071" y="4572"/>
                      </a:cubicBezTo>
                      <a:cubicBezTo>
                        <a:pt x="186500" y="6953"/>
                        <a:pt x="145256" y="8763"/>
                        <a:pt x="94583" y="8763"/>
                      </a:cubicBezTo>
                      <a:cubicBezTo>
                        <a:pt x="43910" y="8763"/>
                        <a:pt x="2667" y="6953"/>
                        <a:pt x="95" y="4572"/>
                      </a:cubicBezTo>
                      <a:cubicBezTo>
                        <a:pt x="0" y="4572"/>
                        <a:pt x="0" y="4477"/>
                        <a:pt x="0" y="4381"/>
                      </a:cubicBezTo>
                      <a:cubicBezTo>
                        <a:pt x="0" y="1905"/>
                        <a:pt x="42386" y="0"/>
                        <a:pt x="94583" y="0"/>
                      </a:cubicBezTo>
                      <a:cubicBezTo>
                        <a:pt x="146780" y="0"/>
                        <a:pt x="189166" y="1905"/>
                        <a:pt x="189166" y="4381"/>
                      </a:cubicBezTo>
                      <a:close/>
                    </a:path>
                  </a:pathLst>
                </a:custGeom>
                <a:solidFill>
                  <a:schemeClr val="accent2">
                    <a:alpha val="50196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454545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" name="Freihandform: Form 10">
                  <a:extLst>
                    <a:ext uri="{FF2B5EF4-FFF2-40B4-BE49-F238E27FC236}">
                      <a16:creationId xmlns:a16="http://schemas.microsoft.com/office/drawing/2014/main" id="{A789AA44-A61C-3628-BB08-45E25ACCCE2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841370" y="4560351"/>
                  <a:ext cx="1483208" cy="618992"/>
                </a:xfrm>
                <a:custGeom>
                  <a:avLst/>
                  <a:gdLst>
                    <a:gd name="connsiteX0" fmla="*/ 188976 w 188976"/>
                    <a:gd name="connsiteY0" fmla="*/ 0 h 78866"/>
                    <a:gd name="connsiteX1" fmla="*/ 157163 w 188976"/>
                    <a:gd name="connsiteY1" fmla="*/ 75914 h 78866"/>
                    <a:gd name="connsiteX2" fmla="*/ 94488 w 188976"/>
                    <a:gd name="connsiteY2" fmla="*/ 78867 h 78866"/>
                    <a:gd name="connsiteX3" fmla="*/ 31814 w 188976"/>
                    <a:gd name="connsiteY3" fmla="*/ 75914 h 78866"/>
                    <a:gd name="connsiteX4" fmla="*/ 31909 w 188976"/>
                    <a:gd name="connsiteY4" fmla="*/ 75914 h 78866"/>
                    <a:gd name="connsiteX5" fmla="*/ 31909 w 188976"/>
                    <a:gd name="connsiteY5" fmla="*/ 75914 h 78866"/>
                    <a:gd name="connsiteX6" fmla="*/ 0 w 188976"/>
                    <a:gd name="connsiteY6" fmla="*/ 0 h 78866"/>
                    <a:gd name="connsiteX7" fmla="*/ 94488 w 188976"/>
                    <a:gd name="connsiteY7" fmla="*/ 4191 h 78866"/>
                    <a:gd name="connsiteX8" fmla="*/ 188976 w 188976"/>
                    <a:gd name="connsiteY8" fmla="*/ 0 h 78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8976" h="78866">
                      <a:moveTo>
                        <a:pt x="188976" y="0"/>
                      </a:moveTo>
                      <a:lnTo>
                        <a:pt x="157163" y="75914"/>
                      </a:lnTo>
                      <a:cubicBezTo>
                        <a:pt x="157163" y="77533"/>
                        <a:pt x="129159" y="78867"/>
                        <a:pt x="94488" y="78867"/>
                      </a:cubicBezTo>
                      <a:cubicBezTo>
                        <a:pt x="59817" y="78867"/>
                        <a:pt x="31814" y="77533"/>
                        <a:pt x="31814" y="75914"/>
                      </a:cubicBezTo>
                      <a:cubicBezTo>
                        <a:pt x="31814" y="75914"/>
                        <a:pt x="31845" y="75914"/>
                        <a:pt x="31909" y="75914"/>
                      </a:cubicBezTo>
                      <a:lnTo>
                        <a:pt x="31909" y="75914"/>
                      </a:lnTo>
                      <a:lnTo>
                        <a:pt x="0" y="0"/>
                      </a:lnTo>
                      <a:cubicBezTo>
                        <a:pt x="2572" y="2381"/>
                        <a:pt x="43910" y="4191"/>
                        <a:pt x="94488" y="4191"/>
                      </a:cubicBezTo>
                      <a:cubicBezTo>
                        <a:pt x="145066" y="4191"/>
                        <a:pt x="186404" y="2381"/>
                        <a:pt x="18897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454545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3" name="Textfeld 113">
                <a:extLst>
                  <a:ext uri="{FF2B5EF4-FFF2-40B4-BE49-F238E27FC236}">
                    <a16:creationId xmlns:a16="http://schemas.microsoft.com/office/drawing/2014/main" id="{C6D59961-B12E-6EA3-3A54-3975A5E4A9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9938" y="4699703"/>
                <a:ext cx="928496" cy="516746"/>
              </a:xfrm>
              <a:prstGeom prst="rect">
                <a:avLst/>
              </a:prstGeom>
            </p:spPr>
            <p:txBody>
              <a:bodyPr vert="horz" wrap="none" lIns="0" tIns="0" rIns="0" bIns="0" rtlCol="0" anchor="ctr"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54545"/>
                  </a:buClr>
                  <a:buSzTx/>
                  <a:buFontTx/>
                  <a:buNone/>
                  <a:tabLst>
                    <a:tab pos="1079500" algn="l"/>
                  </a:tabLst>
                  <a:defRPr/>
                </a:pPr>
                <a:b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Helvetica" panose="020B0604020202020204" pitchFamily="34" charset="0"/>
                  </a:rPr>
                </a:b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Helvetica" panose="020B0604020202020204" pitchFamily="34" charset="0"/>
                  </a:rPr>
                  <a:t>health questions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54545"/>
                  </a:buClr>
                  <a:buSzTx/>
                  <a:buFontTx/>
                  <a:buNone/>
                  <a:tabLst>
                    <a:tab pos="1079500" algn="l"/>
                  </a:tabLst>
                  <a:defRPr/>
                </a:pPr>
                <a:endPara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13FDB86A-2A04-CA94-AFEF-589CAE780ECD}"/>
                </a:ext>
              </a:extLst>
            </p:cNvPr>
            <p:cNvGrpSpPr/>
            <p:nvPr/>
          </p:nvGrpSpPr>
          <p:grpSpPr>
            <a:xfrm>
              <a:off x="2861804" y="2876229"/>
              <a:ext cx="3420000" cy="827999"/>
              <a:chOff x="2861804" y="2669136"/>
              <a:chExt cx="3420000" cy="827999"/>
            </a:xfrm>
          </p:grpSpPr>
          <p:grpSp>
            <p:nvGrpSpPr>
              <p:cNvPr id="55" name="Gruppieren 54">
                <a:extLst>
                  <a:ext uri="{FF2B5EF4-FFF2-40B4-BE49-F238E27FC236}">
                    <a16:creationId xmlns:a16="http://schemas.microsoft.com/office/drawing/2014/main" id="{D80CFCFC-7BD5-D6A5-6994-302478AB6A8B}"/>
                  </a:ext>
                </a:extLst>
              </p:cNvPr>
              <p:cNvGrpSpPr/>
              <p:nvPr/>
            </p:nvGrpSpPr>
            <p:grpSpPr>
              <a:xfrm>
                <a:off x="2861804" y="2669136"/>
                <a:ext cx="3420000" cy="827999"/>
                <a:chOff x="4210619" y="1808163"/>
                <a:chExt cx="3207135" cy="736370"/>
              </a:xfrm>
            </p:grpSpPr>
            <p:grpSp>
              <p:nvGrpSpPr>
                <p:cNvPr id="35" name="Gruppieren 17">
                  <a:extLst>
                    <a:ext uri="{FF2B5EF4-FFF2-40B4-BE49-F238E27FC236}">
                      <a16:creationId xmlns:a16="http://schemas.microsoft.com/office/drawing/2014/main" id="{C87FD562-DA0B-7D8B-04FD-5A59E079DCAF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4210619" y="1808163"/>
                  <a:ext cx="3207135" cy="736370"/>
                  <a:chOff x="979407" y="2433466"/>
                  <a:chExt cx="3207135" cy="736370"/>
                </a:xfrm>
                <a:solidFill>
                  <a:srgbClr val="005BA8"/>
                </a:solidFill>
              </p:grpSpPr>
              <p:sp>
                <p:nvSpPr>
                  <p:cNvPr id="36" name="Freihandform: Form 18">
                    <a:extLst>
                      <a:ext uri="{FF2B5EF4-FFF2-40B4-BE49-F238E27FC236}">
                        <a16:creationId xmlns:a16="http://schemas.microsoft.com/office/drawing/2014/main" id="{A0620C29-F417-56EB-69C2-66BBC98C861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979407" y="2433466"/>
                    <a:ext cx="3207135" cy="149517"/>
                  </a:xfrm>
                  <a:custGeom>
                    <a:avLst/>
                    <a:gdLst>
                      <a:gd name="connsiteX0" fmla="*/ 408623 w 408622"/>
                      <a:gd name="connsiteY0" fmla="*/ 9525 h 19050"/>
                      <a:gd name="connsiteX1" fmla="*/ 204311 w 408622"/>
                      <a:gd name="connsiteY1" fmla="*/ 19050 h 19050"/>
                      <a:gd name="connsiteX2" fmla="*/ 286 w 408622"/>
                      <a:gd name="connsiteY2" fmla="*/ 10001 h 19050"/>
                      <a:gd name="connsiteX3" fmla="*/ 0 w 408622"/>
                      <a:gd name="connsiteY3" fmla="*/ 9525 h 19050"/>
                      <a:gd name="connsiteX4" fmla="*/ 204311 w 408622"/>
                      <a:gd name="connsiteY4" fmla="*/ 0 h 19050"/>
                      <a:gd name="connsiteX5" fmla="*/ 408623 w 408622"/>
                      <a:gd name="connsiteY5" fmla="*/ 9525 h 190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08622" h="19050">
                        <a:moveTo>
                          <a:pt x="408623" y="9525"/>
                        </a:moveTo>
                        <a:cubicBezTo>
                          <a:pt x="408623" y="14764"/>
                          <a:pt x="317183" y="19050"/>
                          <a:pt x="204311" y="19050"/>
                        </a:cubicBezTo>
                        <a:cubicBezTo>
                          <a:pt x="91440" y="19050"/>
                          <a:pt x="5715" y="15049"/>
                          <a:pt x="286" y="10001"/>
                        </a:cubicBezTo>
                        <a:cubicBezTo>
                          <a:pt x="95" y="9811"/>
                          <a:pt x="0" y="9716"/>
                          <a:pt x="0" y="9525"/>
                        </a:cubicBezTo>
                        <a:cubicBezTo>
                          <a:pt x="0" y="4286"/>
                          <a:pt x="91440" y="0"/>
                          <a:pt x="204311" y="0"/>
                        </a:cubicBezTo>
                        <a:cubicBezTo>
                          <a:pt x="317183" y="0"/>
                          <a:pt x="408623" y="4286"/>
                          <a:pt x="408623" y="9525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de-DE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454545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" name="Freihandform: Form 19">
                    <a:extLst>
                      <a:ext uri="{FF2B5EF4-FFF2-40B4-BE49-F238E27FC236}">
                        <a16:creationId xmlns:a16="http://schemas.microsoft.com/office/drawing/2014/main" id="{6644765F-8CB6-2139-0441-4D97699B3F0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981652" y="2508225"/>
                    <a:ext cx="3204890" cy="661611"/>
                  </a:xfrm>
                  <a:custGeom>
                    <a:avLst/>
                    <a:gdLst>
                      <a:gd name="connsiteX0" fmla="*/ 408337 w 408336"/>
                      <a:gd name="connsiteY0" fmla="*/ 0 h 84296"/>
                      <a:gd name="connsiteX1" fmla="*/ 376333 w 408336"/>
                      <a:gd name="connsiteY1" fmla="*/ 76200 h 84296"/>
                      <a:gd name="connsiteX2" fmla="*/ 204026 w 408336"/>
                      <a:gd name="connsiteY2" fmla="*/ 84296 h 84296"/>
                      <a:gd name="connsiteX3" fmla="*/ 31718 w 408336"/>
                      <a:gd name="connsiteY3" fmla="*/ 76200 h 84296"/>
                      <a:gd name="connsiteX4" fmla="*/ 0 w 408336"/>
                      <a:gd name="connsiteY4" fmla="*/ 476 h 84296"/>
                      <a:gd name="connsiteX5" fmla="*/ 204026 w 408336"/>
                      <a:gd name="connsiteY5" fmla="*/ 9525 h 84296"/>
                      <a:gd name="connsiteX6" fmla="*/ 408337 w 408336"/>
                      <a:gd name="connsiteY6" fmla="*/ 0 h 842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08336" h="84296">
                        <a:moveTo>
                          <a:pt x="408337" y="0"/>
                        </a:moveTo>
                        <a:lnTo>
                          <a:pt x="376333" y="76200"/>
                        </a:lnTo>
                        <a:cubicBezTo>
                          <a:pt x="376333" y="80677"/>
                          <a:pt x="299180" y="84296"/>
                          <a:pt x="204026" y="84296"/>
                        </a:cubicBezTo>
                        <a:cubicBezTo>
                          <a:pt x="108871" y="84296"/>
                          <a:pt x="31718" y="80677"/>
                          <a:pt x="31718" y="76200"/>
                        </a:cubicBezTo>
                        <a:lnTo>
                          <a:pt x="0" y="476"/>
                        </a:lnTo>
                        <a:cubicBezTo>
                          <a:pt x="5429" y="5524"/>
                          <a:pt x="94679" y="9525"/>
                          <a:pt x="204026" y="9525"/>
                        </a:cubicBezTo>
                        <a:cubicBezTo>
                          <a:pt x="313373" y="9525"/>
                          <a:pt x="408337" y="5239"/>
                          <a:pt x="408337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de-DE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454545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39" name="Textfeld 110">
                  <a:extLst>
                    <a:ext uri="{FF2B5EF4-FFF2-40B4-BE49-F238E27FC236}">
                      <a16:creationId xmlns:a16="http://schemas.microsoft.com/office/drawing/2014/main" id="{8BA8075D-70D2-F0D4-9BE2-59A672DDB84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499182" y="2136485"/>
                  <a:ext cx="2630008" cy="215444"/>
                </a:xfrm>
                <a:prstGeom prst="rect">
                  <a:avLst/>
                </a:prstGeom>
              </p:spPr>
              <p:txBody>
                <a:bodyPr vert="horz" wrap="none" lIns="0" tIns="0" rIns="0" bIns="0" rtlCol="0" anchor="ctr">
                  <a:no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rgbClr val="454545"/>
                    </a:buClr>
                    <a:buSzTx/>
                    <a:buFontTx/>
                    <a:buNone/>
                    <a:tabLst>
                      <a:tab pos="1079500" algn="l"/>
                    </a:tabLst>
                    <a:defRPr/>
                  </a:pP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  <a:t>Tarif selection: </a:t>
                  </a:r>
                  <a:b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</a:br>
                  <a:r>
                    <a:rPr kumimoji="0" lang="en-US" sz="1100" b="1" i="0" u="sng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  <a:t>initial price indication</a:t>
                  </a:r>
                </a:p>
              </p:txBody>
            </p:sp>
          </p:grpSp>
          <p:pic>
            <p:nvPicPr>
              <p:cNvPr id="14" name="Grafik 13" descr="Marke 4 mit einfarbiger Füllung">
                <a:extLst>
                  <a:ext uri="{FF2B5EF4-FFF2-40B4-BE49-F238E27FC236}">
                    <a16:creationId xmlns:a16="http://schemas.microsoft.com/office/drawing/2014/main" id="{9E36A239-2ED4-5209-6D39-6BB7DD903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2970323" y="2809584"/>
                <a:ext cx="180000" cy="180000"/>
              </a:xfrm>
              <a:prstGeom prst="rect">
                <a:avLst/>
              </a:prstGeom>
            </p:spPr>
          </p:pic>
        </p:grp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ADDFF4FC-ADA8-03B8-12EB-3E48CBC3509A}"/>
                </a:ext>
              </a:extLst>
            </p:cNvPr>
            <p:cNvGrpSpPr/>
            <p:nvPr/>
          </p:nvGrpSpPr>
          <p:grpSpPr>
            <a:xfrm>
              <a:off x="3257805" y="3731762"/>
              <a:ext cx="2628000" cy="720000"/>
              <a:chOff x="3257805" y="3524669"/>
              <a:chExt cx="2628000" cy="720000"/>
            </a:xfrm>
          </p:grpSpPr>
          <p:grpSp>
            <p:nvGrpSpPr>
              <p:cNvPr id="52" name="Gruppieren 51">
                <a:extLst>
                  <a:ext uri="{FF2B5EF4-FFF2-40B4-BE49-F238E27FC236}">
                    <a16:creationId xmlns:a16="http://schemas.microsoft.com/office/drawing/2014/main" id="{F58B5401-E0BA-078D-6374-60F5417F9CE6}"/>
                  </a:ext>
                </a:extLst>
              </p:cNvPr>
              <p:cNvGrpSpPr/>
              <p:nvPr/>
            </p:nvGrpSpPr>
            <p:grpSpPr>
              <a:xfrm>
                <a:off x="3257805" y="3524669"/>
                <a:ext cx="2628000" cy="720000"/>
                <a:chOff x="4497692" y="2505666"/>
                <a:chExt cx="2632990" cy="708702"/>
              </a:xfrm>
              <a:solidFill>
                <a:srgbClr val="E8EFFF"/>
              </a:solidFill>
            </p:grpSpPr>
            <p:grpSp>
              <p:nvGrpSpPr>
                <p:cNvPr id="23" name="Gruppieren 14">
                  <a:extLst>
                    <a:ext uri="{FF2B5EF4-FFF2-40B4-BE49-F238E27FC236}">
                      <a16:creationId xmlns:a16="http://schemas.microsoft.com/office/drawing/2014/main" id="{8156C902-B72D-27E6-CC4B-C11BEA25610F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4497692" y="2505666"/>
                  <a:ext cx="2632990" cy="708702"/>
                  <a:chOff x="1266480" y="3130969"/>
                  <a:chExt cx="2632990" cy="708702"/>
                </a:xfrm>
                <a:grpFill/>
              </p:grpSpPr>
              <p:sp>
                <p:nvSpPr>
                  <p:cNvPr id="24" name="Freihandform: Form 15">
                    <a:extLst>
                      <a:ext uri="{FF2B5EF4-FFF2-40B4-BE49-F238E27FC236}">
                        <a16:creationId xmlns:a16="http://schemas.microsoft.com/office/drawing/2014/main" id="{903C28DD-65EB-A79F-6088-782CDE5E43E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68724" y="3195257"/>
                    <a:ext cx="2629254" cy="644414"/>
                  </a:xfrm>
                  <a:custGeom>
                    <a:avLst/>
                    <a:gdLst>
                      <a:gd name="connsiteX0" fmla="*/ 334994 w 334994"/>
                      <a:gd name="connsiteY0" fmla="*/ 0 h 82105"/>
                      <a:gd name="connsiteX1" fmla="*/ 303181 w 334994"/>
                      <a:gd name="connsiteY1" fmla="*/ 75724 h 82105"/>
                      <a:gd name="connsiteX2" fmla="*/ 167450 w 334994"/>
                      <a:gd name="connsiteY2" fmla="*/ 82105 h 82105"/>
                      <a:gd name="connsiteX3" fmla="*/ 31718 w 334994"/>
                      <a:gd name="connsiteY3" fmla="*/ 75724 h 82105"/>
                      <a:gd name="connsiteX4" fmla="*/ 0 w 334994"/>
                      <a:gd name="connsiteY4" fmla="*/ 95 h 82105"/>
                      <a:gd name="connsiteX5" fmla="*/ 167450 w 334994"/>
                      <a:gd name="connsiteY5" fmla="*/ 7430 h 82105"/>
                      <a:gd name="connsiteX6" fmla="*/ 334994 w 334994"/>
                      <a:gd name="connsiteY6" fmla="*/ 0 h 821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34994" h="82105">
                        <a:moveTo>
                          <a:pt x="334994" y="0"/>
                        </a:moveTo>
                        <a:lnTo>
                          <a:pt x="303181" y="75724"/>
                        </a:lnTo>
                        <a:cubicBezTo>
                          <a:pt x="303181" y="79248"/>
                          <a:pt x="242411" y="82105"/>
                          <a:pt x="167450" y="82105"/>
                        </a:cubicBezTo>
                        <a:cubicBezTo>
                          <a:pt x="92488" y="82105"/>
                          <a:pt x="31718" y="79248"/>
                          <a:pt x="31718" y="75724"/>
                        </a:cubicBezTo>
                        <a:lnTo>
                          <a:pt x="0" y="95"/>
                        </a:lnTo>
                        <a:cubicBezTo>
                          <a:pt x="5143" y="4286"/>
                          <a:pt x="78200" y="7430"/>
                          <a:pt x="167450" y="7430"/>
                        </a:cubicBezTo>
                        <a:cubicBezTo>
                          <a:pt x="256699" y="7430"/>
                          <a:pt x="330518" y="4191"/>
                          <a:pt x="3349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de-DE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454545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" name="Freihandform: Form 16">
                    <a:extLst>
                      <a:ext uri="{FF2B5EF4-FFF2-40B4-BE49-F238E27FC236}">
                        <a16:creationId xmlns:a16="http://schemas.microsoft.com/office/drawing/2014/main" id="{DFF51276-086F-39DD-6CC2-0CEF9B2670B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66480" y="3130969"/>
                    <a:ext cx="2632990" cy="122604"/>
                  </a:xfrm>
                  <a:custGeom>
                    <a:avLst/>
                    <a:gdLst>
                      <a:gd name="connsiteX0" fmla="*/ 335471 w 335470"/>
                      <a:gd name="connsiteY0" fmla="*/ 7810 h 15621"/>
                      <a:gd name="connsiteX1" fmla="*/ 335280 w 335470"/>
                      <a:gd name="connsiteY1" fmla="*/ 8192 h 15621"/>
                      <a:gd name="connsiteX2" fmla="*/ 167735 w 335470"/>
                      <a:gd name="connsiteY2" fmla="*/ 15621 h 15621"/>
                      <a:gd name="connsiteX3" fmla="*/ 286 w 335470"/>
                      <a:gd name="connsiteY3" fmla="*/ 8287 h 15621"/>
                      <a:gd name="connsiteX4" fmla="*/ 190 w 335470"/>
                      <a:gd name="connsiteY4" fmla="*/ 8192 h 15621"/>
                      <a:gd name="connsiteX5" fmla="*/ 0 w 335470"/>
                      <a:gd name="connsiteY5" fmla="*/ 7810 h 15621"/>
                      <a:gd name="connsiteX6" fmla="*/ 167735 w 335470"/>
                      <a:gd name="connsiteY6" fmla="*/ 0 h 15621"/>
                      <a:gd name="connsiteX7" fmla="*/ 335471 w 335470"/>
                      <a:gd name="connsiteY7" fmla="*/ 7810 h 156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35470" h="15621">
                        <a:moveTo>
                          <a:pt x="335471" y="7810"/>
                        </a:moveTo>
                        <a:cubicBezTo>
                          <a:pt x="335471" y="7810"/>
                          <a:pt x="335375" y="8096"/>
                          <a:pt x="335280" y="8192"/>
                        </a:cubicBezTo>
                        <a:cubicBezTo>
                          <a:pt x="330803" y="12383"/>
                          <a:pt x="257556" y="15621"/>
                          <a:pt x="167735" y="15621"/>
                        </a:cubicBezTo>
                        <a:cubicBezTo>
                          <a:pt x="77915" y="15621"/>
                          <a:pt x="5429" y="12478"/>
                          <a:pt x="286" y="8287"/>
                        </a:cubicBezTo>
                        <a:cubicBezTo>
                          <a:pt x="286" y="8287"/>
                          <a:pt x="286" y="8192"/>
                          <a:pt x="190" y="8192"/>
                        </a:cubicBezTo>
                        <a:cubicBezTo>
                          <a:pt x="95" y="8096"/>
                          <a:pt x="0" y="7906"/>
                          <a:pt x="0" y="7810"/>
                        </a:cubicBezTo>
                        <a:cubicBezTo>
                          <a:pt x="0" y="3429"/>
                          <a:pt x="75152" y="0"/>
                          <a:pt x="167735" y="0"/>
                        </a:cubicBezTo>
                        <a:cubicBezTo>
                          <a:pt x="260318" y="0"/>
                          <a:pt x="335471" y="3429"/>
                          <a:pt x="335471" y="781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de-DE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454545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40" name="Textfeld 111">
                  <a:extLst>
                    <a:ext uri="{FF2B5EF4-FFF2-40B4-BE49-F238E27FC236}">
                      <a16:creationId xmlns:a16="http://schemas.microsoft.com/office/drawing/2014/main" id="{454C560A-1A61-D061-010B-42B389AB20B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784764" y="2807299"/>
                  <a:ext cx="2058844" cy="215444"/>
                </a:xfrm>
                <a:prstGeom prst="rect">
                  <a:avLst/>
                </a:prstGeom>
                <a:grpFill/>
              </p:spPr>
              <p:txBody>
                <a:bodyPr vert="horz" wrap="none" lIns="0" tIns="0" rIns="0" bIns="0" rtlCol="0" anchor="ctr">
                  <a:no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rgbClr val="454545"/>
                    </a:buClr>
                    <a:buSzTx/>
                    <a:buFontTx/>
                    <a:buNone/>
                    <a:tabLst>
                      <a:tab pos="1079500" algn="l"/>
                    </a:tabLst>
                    <a:defRPr/>
                  </a:pP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5BA8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  <a:t>Selection </a:t>
                  </a:r>
                  <a:b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5BA8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</a:b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5BA8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  <a:t>additional coverage</a:t>
                  </a:r>
                  <a:b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5BA8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</a:br>
                  <a:endPara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BA8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Helvetica" panose="020B0604020202020204" pitchFamily="34" charset="0"/>
                  </a:endParaRPr>
                </a:p>
              </p:txBody>
            </p:sp>
          </p:grpSp>
          <p:pic>
            <p:nvPicPr>
              <p:cNvPr id="12" name="Grafik 11" descr="Marke 5 mit einfarbiger Füllung">
                <a:extLst>
                  <a:ext uri="{FF2B5EF4-FFF2-40B4-BE49-F238E27FC236}">
                    <a16:creationId xmlns:a16="http://schemas.microsoft.com/office/drawing/2014/main" id="{A5E7CDF0-E4EA-DC0E-816D-DF499767D7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316032" y="3581200"/>
                <a:ext cx="180000" cy="180000"/>
              </a:xfrm>
              <a:prstGeom prst="rect">
                <a:avLst/>
              </a:prstGeom>
            </p:spPr>
          </p:pic>
        </p:grp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0E6B9FA4-7250-FD8C-00BA-CD60D793E902}"/>
                </a:ext>
              </a:extLst>
            </p:cNvPr>
            <p:cNvGrpSpPr/>
            <p:nvPr/>
          </p:nvGrpSpPr>
          <p:grpSpPr>
            <a:xfrm>
              <a:off x="3602188" y="4479293"/>
              <a:ext cx="1908000" cy="648000"/>
              <a:chOff x="3602188" y="4272200"/>
              <a:chExt cx="1908000" cy="648000"/>
            </a:xfrm>
          </p:grpSpPr>
          <p:grpSp>
            <p:nvGrpSpPr>
              <p:cNvPr id="51" name="Gruppieren 50">
                <a:extLst>
                  <a:ext uri="{FF2B5EF4-FFF2-40B4-BE49-F238E27FC236}">
                    <a16:creationId xmlns:a16="http://schemas.microsoft.com/office/drawing/2014/main" id="{410A3A96-4E80-9AA6-8D5D-36C6F55D636B}"/>
                  </a:ext>
                </a:extLst>
              </p:cNvPr>
              <p:cNvGrpSpPr/>
              <p:nvPr/>
            </p:nvGrpSpPr>
            <p:grpSpPr>
              <a:xfrm>
                <a:off x="3602188" y="4272200"/>
                <a:ext cx="1908000" cy="648000"/>
                <a:chOff x="4784764" y="3202415"/>
                <a:chExt cx="2058845" cy="681789"/>
              </a:xfrm>
            </p:grpSpPr>
            <p:grpSp>
              <p:nvGrpSpPr>
                <p:cNvPr id="8" name="Gruppieren 11">
                  <a:extLst>
                    <a:ext uri="{FF2B5EF4-FFF2-40B4-BE49-F238E27FC236}">
                      <a16:creationId xmlns:a16="http://schemas.microsoft.com/office/drawing/2014/main" id="{434A17AE-1E6C-A2D2-31FA-25EA1FA1F130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4784764" y="3202415"/>
                  <a:ext cx="2058845" cy="681789"/>
                  <a:chOff x="1553552" y="3827718"/>
                  <a:chExt cx="2058845" cy="681789"/>
                </a:xfrm>
                <a:solidFill>
                  <a:srgbClr val="005BA8"/>
                </a:solidFill>
              </p:grpSpPr>
              <p:sp>
                <p:nvSpPr>
                  <p:cNvPr id="21" name="Freihandform: Form 12">
                    <a:extLst>
                      <a:ext uri="{FF2B5EF4-FFF2-40B4-BE49-F238E27FC236}">
                        <a16:creationId xmlns:a16="http://schemas.microsoft.com/office/drawing/2014/main" id="{AC64DDC0-EB26-0695-6602-4CD0C932622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553552" y="3827718"/>
                    <a:ext cx="2058845" cy="95691"/>
                  </a:xfrm>
                  <a:custGeom>
                    <a:avLst/>
                    <a:gdLst>
                      <a:gd name="connsiteX0" fmla="*/ 262319 w 262318"/>
                      <a:gd name="connsiteY0" fmla="*/ 6096 h 12192"/>
                      <a:gd name="connsiteX1" fmla="*/ 131159 w 262318"/>
                      <a:gd name="connsiteY1" fmla="*/ 12192 h 12192"/>
                      <a:gd name="connsiteX2" fmla="*/ 190 w 262318"/>
                      <a:gd name="connsiteY2" fmla="*/ 6382 h 12192"/>
                      <a:gd name="connsiteX3" fmla="*/ 0 w 262318"/>
                      <a:gd name="connsiteY3" fmla="*/ 6096 h 12192"/>
                      <a:gd name="connsiteX4" fmla="*/ 131159 w 262318"/>
                      <a:gd name="connsiteY4" fmla="*/ 0 h 12192"/>
                      <a:gd name="connsiteX5" fmla="*/ 262319 w 262318"/>
                      <a:gd name="connsiteY5" fmla="*/ 6096 h 121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62318" h="12192">
                        <a:moveTo>
                          <a:pt x="262319" y="6096"/>
                        </a:moveTo>
                        <a:cubicBezTo>
                          <a:pt x="262319" y="9525"/>
                          <a:pt x="203644" y="12192"/>
                          <a:pt x="131159" y="12192"/>
                        </a:cubicBezTo>
                        <a:cubicBezTo>
                          <a:pt x="58674" y="12192"/>
                          <a:pt x="3715" y="9716"/>
                          <a:pt x="190" y="6382"/>
                        </a:cubicBezTo>
                        <a:cubicBezTo>
                          <a:pt x="190" y="6286"/>
                          <a:pt x="0" y="6191"/>
                          <a:pt x="0" y="6096"/>
                        </a:cubicBezTo>
                        <a:cubicBezTo>
                          <a:pt x="0" y="2667"/>
                          <a:pt x="58769" y="0"/>
                          <a:pt x="131159" y="0"/>
                        </a:cubicBezTo>
                        <a:cubicBezTo>
                          <a:pt x="203549" y="0"/>
                          <a:pt x="262319" y="2667"/>
                          <a:pt x="262319" y="6096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de-DE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454545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" name="Freihandform: Form 13">
                    <a:extLst>
                      <a:ext uri="{FF2B5EF4-FFF2-40B4-BE49-F238E27FC236}">
                        <a16:creationId xmlns:a16="http://schemas.microsoft.com/office/drawing/2014/main" id="{B0821162-2757-566D-4BA9-F82F9EEE968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555051" y="3875563"/>
                    <a:ext cx="2057346" cy="633944"/>
                  </a:xfrm>
                  <a:custGeom>
                    <a:avLst/>
                    <a:gdLst>
                      <a:gd name="connsiteX0" fmla="*/ 262128 w 262127"/>
                      <a:gd name="connsiteY0" fmla="*/ 0 h 80771"/>
                      <a:gd name="connsiteX1" fmla="*/ 230219 w 262127"/>
                      <a:gd name="connsiteY1" fmla="*/ 76105 h 80771"/>
                      <a:gd name="connsiteX2" fmla="*/ 130969 w 262127"/>
                      <a:gd name="connsiteY2" fmla="*/ 80772 h 80771"/>
                      <a:gd name="connsiteX3" fmla="*/ 31718 w 262127"/>
                      <a:gd name="connsiteY3" fmla="*/ 76105 h 80771"/>
                      <a:gd name="connsiteX4" fmla="*/ 31814 w 262127"/>
                      <a:gd name="connsiteY4" fmla="*/ 76105 h 80771"/>
                      <a:gd name="connsiteX5" fmla="*/ 31814 w 262127"/>
                      <a:gd name="connsiteY5" fmla="*/ 75914 h 80771"/>
                      <a:gd name="connsiteX6" fmla="*/ 0 w 262127"/>
                      <a:gd name="connsiteY6" fmla="*/ 286 h 80771"/>
                      <a:gd name="connsiteX7" fmla="*/ 130969 w 262127"/>
                      <a:gd name="connsiteY7" fmla="*/ 6096 h 80771"/>
                      <a:gd name="connsiteX8" fmla="*/ 262128 w 262127"/>
                      <a:gd name="connsiteY8" fmla="*/ 0 h 8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62127" h="80771">
                        <a:moveTo>
                          <a:pt x="262128" y="0"/>
                        </a:moveTo>
                        <a:lnTo>
                          <a:pt x="230219" y="76105"/>
                        </a:lnTo>
                        <a:cubicBezTo>
                          <a:pt x="230219" y="78676"/>
                          <a:pt x="185833" y="80772"/>
                          <a:pt x="130969" y="80772"/>
                        </a:cubicBezTo>
                        <a:cubicBezTo>
                          <a:pt x="76105" y="80772"/>
                          <a:pt x="31718" y="78676"/>
                          <a:pt x="31718" y="76105"/>
                        </a:cubicBezTo>
                        <a:lnTo>
                          <a:pt x="31814" y="76105"/>
                        </a:lnTo>
                        <a:lnTo>
                          <a:pt x="31814" y="75914"/>
                        </a:lnTo>
                        <a:lnTo>
                          <a:pt x="0" y="286"/>
                        </a:lnTo>
                        <a:cubicBezTo>
                          <a:pt x="3524" y="3619"/>
                          <a:pt x="60865" y="6096"/>
                          <a:pt x="130969" y="6096"/>
                        </a:cubicBezTo>
                        <a:cubicBezTo>
                          <a:pt x="201073" y="6096"/>
                          <a:pt x="262128" y="3429"/>
                          <a:pt x="262128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de-DE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454545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41" name="Textfeld 112">
                  <a:extLst>
                    <a:ext uri="{FF2B5EF4-FFF2-40B4-BE49-F238E27FC236}">
                      <a16:creationId xmlns:a16="http://schemas.microsoft.com/office/drawing/2014/main" id="{9B53F87F-18A0-1294-42A0-6EBD5642BA7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072582" y="3298106"/>
                  <a:ext cx="1483208" cy="581504"/>
                </a:xfrm>
                <a:prstGeom prst="rect">
                  <a:avLst/>
                </a:prstGeom>
              </p:spPr>
              <p:txBody>
                <a:bodyPr vert="horz" wrap="none" lIns="0" tIns="0" rIns="0" bIns="0" rtlCol="0" anchor="ctr">
                  <a:no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rgbClr val="454545"/>
                    </a:buClr>
                    <a:buSzTx/>
                    <a:buFontTx/>
                    <a:buNone/>
                    <a:tabLst>
                      <a:tab pos="1079500" algn="l"/>
                    </a:tabLst>
                    <a:defRPr/>
                  </a:pP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  <a:t>Personal details:</a:t>
                  </a:r>
                  <a:b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</a:br>
                  <a:r>
                    <a:rPr kumimoji="0" lang="en-US" sz="1100" b="1" i="0" u="sng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  <a:t>final </a:t>
                  </a:r>
                  <a:r>
                    <a:rPr lang="en-US" sz="1100" b="1" u="sng" dirty="0">
                      <a:solidFill>
                        <a:srgbClr val="FFFFFF"/>
                      </a:solidFill>
                      <a:latin typeface="Arial" panose="020B0604020202020204"/>
                      <a:cs typeface="Helvetica" panose="020B0604020202020204" pitchFamily="34" charset="0"/>
                    </a:rPr>
                    <a:t>p</a:t>
                  </a:r>
                  <a:r>
                    <a:rPr kumimoji="0" lang="en-US" sz="1100" b="1" i="0" u="sng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Helvetica" panose="020B0604020202020204" pitchFamily="34" charset="0"/>
                    </a:rPr>
                    <a:t>ricing</a:t>
                  </a:r>
                </a:p>
              </p:txBody>
            </p:sp>
          </p:grpSp>
          <p:pic>
            <p:nvPicPr>
              <p:cNvPr id="17" name="Grafik 16" descr="Marke 6 mit einfarbiger Füllung">
                <a:extLst>
                  <a:ext uri="{FF2B5EF4-FFF2-40B4-BE49-F238E27FC236}">
                    <a16:creationId xmlns:a16="http://schemas.microsoft.com/office/drawing/2014/main" id="{3CE0E898-174B-5CE6-3831-D9667A1334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3688918" y="4361266"/>
                <a:ext cx="180000" cy="180000"/>
              </a:xfrm>
              <a:prstGeom prst="rect">
                <a:avLst/>
              </a:prstGeom>
            </p:spPr>
          </p:pic>
        </p:grpSp>
        <p:pic>
          <p:nvPicPr>
            <p:cNvPr id="20" name="Grafik 19" descr="Marke 7 mit einfarbiger Füllung">
              <a:extLst>
                <a:ext uri="{FF2B5EF4-FFF2-40B4-BE49-F238E27FC236}">
                  <a16:creationId xmlns:a16="http://schemas.microsoft.com/office/drawing/2014/main" id="{021CE210-4B0C-01DA-C3E5-AB4BAD537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903837" y="5215311"/>
              <a:ext cx="180000" cy="1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4858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33B1-ACE7-7E9C-C571-3F5A9F6E0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F7BE1F1-5D8C-A318-31C2-1DC6348057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7BE1F1-5D8C-A318-31C2-1DC6348057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hteck: abgerundete Ecken 52">
            <a:extLst>
              <a:ext uri="{FF2B5EF4-FFF2-40B4-BE49-F238E27FC236}">
                <a16:creationId xmlns:a16="http://schemas.microsoft.com/office/drawing/2014/main" id="{98EA0482-D9F8-C8C3-6F20-8AE3B899E746}"/>
              </a:ext>
            </a:extLst>
          </p:cNvPr>
          <p:cNvSpPr/>
          <p:nvPr/>
        </p:nvSpPr>
        <p:spPr>
          <a:xfrm>
            <a:off x="396875" y="1473034"/>
            <a:ext cx="6403978" cy="4764254"/>
          </a:xfrm>
          <a:prstGeom prst="roundRect">
            <a:avLst>
              <a:gd name="adj" fmla="val 353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t" anchorCtr="0"/>
          <a:lstStyle/>
          <a:p>
            <a:pPr marL="171450" indent="-171450" algn="l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de-DE" sz="1050" b="1">
              <a:solidFill>
                <a:schemeClr val="tx1"/>
              </a:solidFill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891F12-58BE-5F97-881C-8C7D71B0D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19.02.2026</a:t>
            </a:r>
            <a:endParaRPr kumimoji="0" lang="de-AT" sz="900" b="0" i="0" u="none" strike="noStrike" kern="1200" cap="none" spc="0" normalizeH="0" baseline="0" noProof="0">
              <a:ln>
                <a:noFill/>
              </a:ln>
              <a:solidFill>
                <a:srgbClr val="005CA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F68AAE-89F3-45B3-990E-041E1F545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52981-3CA4-4342-A3CD-6DEDCD14014C}" type="slidenum">
              <a:rPr kumimoji="0" lang="de-AT" sz="900" b="0" i="0" u="none" strike="noStrike" kern="1200" cap="none" spc="0" normalizeH="0" baseline="0" noProof="0" smtClean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AT" sz="900" b="0" i="0" u="none" strike="noStrike" kern="1200" cap="none" spc="0" normalizeH="0" baseline="0" noProof="0">
              <a:ln>
                <a:noFill/>
              </a:ln>
              <a:solidFill>
                <a:srgbClr val="005CA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21C6C20-D756-01A4-1B2A-5A2A99109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AT"/>
              <a:t>Wo kommt der Rechner-Traffic her?</a:t>
            </a:r>
          </a:p>
        </p:txBody>
      </p:sp>
      <p:pic>
        <p:nvPicPr>
          <p:cNvPr id="17" name="Grafik 16" descr="Ein Bild, das Text, Screenshot, Zahl, Diagramm enthält.&#10;&#10;KI-generierte Inhalte können fehlerhaft sein.">
            <a:extLst>
              <a:ext uri="{FF2B5EF4-FFF2-40B4-BE49-F238E27FC236}">
                <a16:creationId xmlns:a16="http://schemas.microsoft.com/office/drawing/2014/main" id="{39E35615-FD3C-4994-86A9-F133F4A95E0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8192" y="1473034"/>
            <a:ext cx="4711395" cy="4102432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8E6A96BE-9095-26CC-285C-3933232DDC3E}"/>
              </a:ext>
            </a:extLst>
          </p:cNvPr>
          <p:cNvSpPr/>
          <p:nvPr/>
        </p:nvSpPr>
        <p:spPr>
          <a:xfrm>
            <a:off x="998436" y="2822979"/>
            <a:ext cx="4364611" cy="537327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6E2B1263-6C50-B8EA-9097-9CCD4165C318}"/>
              </a:ext>
            </a:extLst>
          </p:cNvPr>
          <p:cNvSpPr/>
          <p:nvPr/>
        </p:nvSpPr>
        <p:spPr>
          <a:xfrm>
            <a:off x="568109" y="2722970"/>
            <a:ext cx="500165" cy="2000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~80%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5372BF1-2324-054D-B6D7-43AB9A283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336" y="5565390"/>
            <a:ext cx="5442324" cy="477261"/>
          </a:xfrm>
          <a:prstGeom prst="rect">
            <a:avLst/>
          </a:prstGeom>
        </p:spPr>
      </p:pic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08DB5809-940D-2FCF-832A-8E111E43FCEB}"/>
              </a:ext>
            </a:extLst>
          </p:cNvPr>
          <p:cNvSpPr/>
          <p:nvPr/>
        </p:nvSpPr>
        <p:spPr>
          <a:xfrm>
            <a:off x="7989253" y="2379500"/>
            <a:ext cx="2952751" cy="2368345"/>
          </a:xfrm>
          <a:prstGeom prst="roundRect">
            <a:avLst>
              <a:gd name="adj" fmla="val 524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AT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Paid-Search und </a:t>
            </a:r>
            <a:r>
              <a:rPr kumimoji="0" lang="de-AT" sz="16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Organic</a:t>
            </a:r>
            <a:r>
              <a:rPr kumimoji="0" lang="de-AT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Search </a:t>
            </a:r>
            <a:r>
              <a:rPr kumimoji="0" lang="de-AT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liefern 80% der Zugriffe</a:t>
            </a:r>
            <a:br>
              <a:rPr kumimoji="0" lang="de-AT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</a:br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Wingdings" panose="05000000000000000000" pitchFamily="2" charset="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AT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Zugriffe </a:t>
            </a:r>
            <a:r>
              <a:rPr kumimoji="0" lang="de-AT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auf den Rechner passieren zu 70%+ in der Zeit zwischen 9 und 20h</a:t>
            </a:r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Wingdings" panose="05000000000000000000" pitchFamily="2" charset="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de-AT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B16CB122-7DC2-317B-B898-AD07971D6C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74313" y="271305"/>
            <a:ext cx="8817638" cy="346931"/>
          </a:xfrm>
        </p:spPr>
        <p:txBody>
          <a:bodyPr>
            <a:normAutofit/>
          </a:bodyPr>
          <a:lstStyle/>
          <a:p>
            <a:br>
              <a:rPr lang="de-DE">
                <a:ea typeface="Times New Roman" panose="02020603050405020304" pitchFamily="18" charset="0"/>
                <a:cs typeface="Aptos" panose="020B0004020202020204" pitchFamily="34" charset="0"/>
              </a:rPr>
            </a:br>
            <a:r>
              <a:rPr lang="de-DE">
                <a:ea typeface="Times New Roman" panose="02020603050405020304" pitchFamily="18" charset="0"/>
                <a:cs typeface="Aptos" panose="020B0004020202020204" pitchFamily="34" charset="0"/>
              </a:rPr>
              <a:t>Update OVT ambulantes KV-Produkt</a:t>
            </a:r>
            <a:r>
              <a:rPr lang="de-DE"/>
              <a:t>: Health Integration Board | UNIQA &amp; Mavie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6F125319-D14C-B8AE-05C1-2BC4783C93FE}"/>
              </a:ext>
            </a:extLst>
          </p:cNvPr>
          <p:cNvSpPr/>
          <p:nvPr/>
        </p:nvSpPr>
        <p:spPr>
          <a:xfrm>
            <a:off x="6525357" y="424819"/>
            <a:ext cx="219454" cy="219454"/>
          </a:xfrm>
          <a:prstGeom prst="ellipse">
            <a:avLst/>
          </a:prstGeom>
          <a:solidFill>
            <a:schemeClr val="bg1"/>
          </a:solidFill>
          <a:ln>
            <a:solidFill>
              <a:srgbClr val="005C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spcAft>
                <a:spcPts val="1000"/>
              </a:spcAft>
            </a:pPr>
            <a:r>
              <a:rPr lang="de-AT" sz="110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Fußzeilenplatzhalter 17">
            <a:extLst>
              <a:ext uri="{FF2B5EF4-FFF2-40B4-BE49-F238E27FC236}">
                <a16:creationId xmlns:a16="http://schemas.microsoft.com/office/drawing/2014/main" id="{8FF607F9-3293-58C1-AAE3-07B122A5E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0" y="6556875"/>
            <a:ext cx="6127477" cy="219454"/>
          </a:xfrm>
        </p:spPr>
        <p:txBody>
          <a:bodyPr/>
          <a:lstStyle/>
          <a:p>
            <a:r>
              <a:rPr lang="de-DE" noProof="0"/>
              <a:t>| Market </a:t>
            </a:r>
            <a:r>
              <a:rPr lang="de-DE" noProof="0" err="1"/>
              <a:t>Intelligence</a:t>
            </a:r>
            <a:r>
              <a:rPr lang="de-DE" noProof="0"/>
              <a:t> &amp; Transformation - Group Personal Lines &amp; Asset Management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710C52FA-41A0-091D-5927-1B663B30BB6F}"/>
              </a:ext>
            </a:extLst>
          </p:cNvPr>
          <p:cNvGrpSpPr/>
          <p:nvPr/>
        </p:nvGrpSpPr>
        <p:grpSpPr>
          <a:xfrm>
            <a:off x="7221207" y="2072652"/>
            <a:ext cx="356969" cy="2898678"/>
            <a:chOff x="4768645" y="2828644"/>
            <a:chExt cx="356969" cy="2898678"/>
          </a:xfrm>
        </p:grpSpPr>
        <p:cxnSp>
          <p:nvCxnSpPr>
            <p:cNvPr id="16" name="Straight Connector 109">
              <a:extLst>
                <a:ext uri="{FF2B5EF4-FFF2-40B4-BE49-F238E27FC236}">
                  <a16:creationId xmlns:a16="http://schemas.microsoft.com/office/drawing/2014/main" id="{42C8C7EC-016D-B142-11CC-6CFC0E0F0CEC}"/>
                </a:ext>
              </a:extLst>
            </p:cNvPr>
            <p:cNvCxnSpPr>
              <a:cxnSpLocks/>
            </p:cNvCxnSpPr>
            <p:nvPr/>
          </p:nvCxnSpPr>
          <p:spPr>
            <a:xfrm>
              <a:off x="4947130" y="2828644"/>
              <a:ext cx="0" cy="2898678"/>
            </a:xfrm>
            <a:prstGeom prst="line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CEFE3EA1-3812-6C79-B285-0897AC19AE61}"/>
                </a:ext>
              </a:extLst>
            </p:cNvPr>
            <p:cNvGrpSpPr/>
            <p:nvPr/>
          </p:nvGrpSpPr>
          <p:grpSpPr>
            <a:xfrm>
              <a:off x="4768645" y="4099499"/>
              <a:ext cx="356969" cy="356969"/>
              <a:chOff x="7114347" y="4197688"/>
              <a:chExt cx="580778" cy="580772"/>
            </a:xfrm>
          </p:grpSpPr>
          <p:grpSp>
            <p:nvGrpSpPr>
              <p:cNvPr id="19" name="Gruppieren 18">
                <a:extLst>
                  <a:ext uri="{FF2B5EF4-FFF2-40B4-BE49-F238E27FC236}">
                    <a16:creationId xmlns:a16="http://schemas.microsoft.com/office/drawing/2014/main" id="{6B52EBA3-4F35-5F41-3248-2B2FA4FFA382}"/>
                  </a:ext>
                </a:extLst>
              </p:cNvPr>
              <p:cNvGrpSpPr/>
              <p:nvPr/>
            </p:nvGrpSpPr>
            <p:grpSpPr>
              <a:xfrm>
                <a:off x="7114347" y="4197688"/>
                <a:ext cx="580778" cy="580772"/>
                <a:chOff x="510281" y="3602665"/>
                <a:chExt cx="750439" cy="750436"/>
              </a:xfrm>
            </p:grpSpPr>
            <p:sp>
              <p:nvSpPr>
                <p:cNvPr id="21" name="Oval 30">
                  <a:extLst>
                    <a:ext uri="{FF2B5EF4-FFF2-40B4-BE49-F238E27FC236}">
                      <a16:creationId xmlns:a16="http://schemas.microsoft.com/office/drawing/2014/main" id="{154D4990-0185-8DC6-64E8-69D3A2814194}"/>
                    </a:ext>
                  </a:extLst>
                </p:cNvPr>
                <p:cNvSpPr/>
                <p:nvPr/>
              </p:nvSpPr>
              <p:spPr>
                <a:xfrm>
                  <a:off x="510281" y="3602665"/>
                  <a:ext cx="750439" cy="750436"/>
                </a:xfrm>
                <a:prstGeom prst="ellipse">
                  <a:avLst/>
                </a:prstGeom>
                <a:solidFill>
                  <a:srgbClr val="CADCE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" name="Oval 31">
                  <a:extLst>
                    <a:ext uri="{FF2B5EF4-FFF2-40B4-BE49-F238E27FC236}">
                      <a16:creationId xmlns:a16="http://schemas.microsoft.com/office/drawing/2014/main" id="{485BA6AD-F964-9E2B-523C-212C9050AA94}"/>
                    </a:ext>
                  </a:extLst>
                </p:cNvPr>
                <p:cNvSpPr/>
                <p:nvPr/>
              </p:nvSpPr>
              <p:spPr>
                <a:xfrm>
                  <a:off x="571428" y="3663812"/>
                  <a:ext cx="628144" cy="628141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</p:grpSp>
          <p:pic>
            <p:nvPicPr>
              <p:cNvPr id="20" name="Grafik 19">
                <a:extLst>
                  <a:ext uri="{FF2B5EF4-FFF2-40B4-BE49-F238E27FC236}">
                    <a16:creationId xmlns:a16="http://schemas.microsoft.com/office/drawing/2014/main" id="{48931E5A-8B25-921F-2197-E1789BD2F9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>
              <a:xfrm>
                <a:off x="7119322" y="4202660"/>
                <a:ext cx="570830" cy="57083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789419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LANGUAGE" val="German Austria"/>
  <p:tag name="THINKCELLUNDODONOTDELETE" val="0"/>
  <p:tag name="EE4P_LANGUAGE_ID" val="307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UNIQA PPT Template 2025">
  <a:themeElements>
    <a:clrScheme name="Benutzerdefiniert 84">
      <a:dk1>
        <a:srgbClr val="005BA8"/>
      </a:dk1>
      <a:lt1>
        <a:srgbClr val="FFFFFF"/>
      </a:lt1>
      <a:dk2>
        <a:srgbClr val="005CA9"/>
      </a:dk2>
      <a:lt2>
        <a:srgbClr val="FEFFFF"/>
      </a:lt2>
      <a:accent1>
        <a:srgbClr val="71ADFF"/>
      </a:accent1>
      <a:accent2>
        <a:srgbClr val="A5C8FF"/>
      </a:accent2>
      <a:accent3>
        <a:srgbClr val="E8EFFF"/>
      </a:accent3>
      <a:accent4>
        <a:srgbClr val="E9EFF7"/>
      </a:accent4>
      <a:accent5>
        <a:srgbClr val="00A2DB"/>
      </a:accent5>
      <a:accent6>
        <a:srgbClr val="005BA8"/>
      </a:accent6>
      <a:hlink>
        <a:srgbClr val="005CA9"/>
      </a:hlink>
      <a:folHlink>
        <a:srgbClr val="005C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108000" tIns="108000" rIns="108000" bIns="108000" rtlCol="0" anchor="t" anchorCtr="0"/>
      <a:lstStyle>
        <a:defPPr algn="l">
          <a:spcAft>
            <a:spcPts val="10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183600" indent="-183600" algn="l">
          <a:buClr>
            <a:schemeClr val="tx2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  <a:custClrLst>
    <a:custClr name="Black">
      <a:srgbClr val="000000"/>
    </a:custClr>
    <a:custClr name="UNIQA Ble">
      <a:srgbClr val="005CA9"/>
    </a:custClr>
    <a:custClr name="UNIQA Blue shade 1">
      <a:srgbClr val="F7F9FF"/>
    </a:custClr>
    <a:custClr name="UNIQA Blue shade 2">
      <a:srgbClr val="E8EFFF"/>
    </a:custClr>
    <a:custClr name="UNIQA Blue shade 3">
      <a:srgbClr val="D4E3FF"/>
    </a:custClr>
    <a:custClr name="UNIQA Blue shade 4">
      <a:srgbClr val="A5C8FF"/>
    </a:custClr>
    <a:custClr name="UNIQA Blue shade 5">
      <a:srgbClr val="71ADFF"/>
    </a:custClr>
    <a:custClr name="UNIQA Blue shade 6">
      <a:srgbClr val="5492E3"/>
    </a:custClr>
    <a:custClr name="UNIQA Blue shade 7">
      <a:srgbClr val="3578C7"/>
    </a:custClr>
    <a:custClr name="UNIQA Blue shade 8">
      <a:srgbClr val="005399"/>
    </a:custClr>
    <a:custClr name="UNIQA Blue shade 9">
      <a:srgbClr val="004785"/>
    </a:custClr>
    <a:custClr name="UNIQA Blue shade 10">
      <a:srgbClr val="003C71"/>
    </a:custClr>
    <a:custClr name="UNIQA Blue shade 11">
      <a:srgbClr val="00315E"/>
    </a:custClr>
    <a:custClr name="UNIQA Blue shade 12">
      <a:srgbClr val="00264C"/>
    </a:custClr>
    <a:custClr name="UNIQA Blue shade 13">
      <a:srgbClr val="001C3A"/>
    </a:custClr>
    <a:custClr name="UNIQA Blue shade 14">
      <a:srgbClr val="001128"/>
    </a:custClr>
    <a:custClr name="Orange">
      <a:srgbClr val="CD4B16"/>
    </a:custClr>
    <a:custClr name="Orange shade 1">
      <a:srgbClr val="FFEFE5"/>
    </a:custClr>
    <a:custClr name="Orange shade 2">
      <a:srgbClr val="FFD8C2"/>
    </a:custClr>
    <a:custClr name="Orange shade 3">
      <a:srgbClr val="FFC8A8"/>
    </a:custClr>
    <a:custClr name="Orange shade 4">
      <a:srgbClr val="FFB285"/>
    </a:custClr>
    <a:custClr name="Orange shade 5">
      <a:srgbClr val="FF9E66"/>
    </a:custClr>
    <a:custClr name="Orange shade 6">
      <a:srgbClr val="FF7E33"/>
    </a:custClr>
    <a:custClr name="Orange shade 7">
      <a:srgbClr val="F2610D"/>
    </a:custClr>
    <a:custClr name="Magenta ">
      <a:srgbClr val="DC0073"/>
    </a:custClr>
    <a:custClr name="Magenta shade 1">
      <a:srgbClr val="FFEBF5"/>
    </a:custClr>
    <a:custClr name="Magenta shade 2">
      <a:srgbClr val="FBBBDD"/>
    </a:custClr>
    <a:custClr name="Magenta shade 3">
      <a:srgbClr val="F98BC4"/>
    </a:custClr>
    <a:custClr name="Magenta shade 4">
      <a:srgbClr val="F65AAC"/>
    </a:custClr>
    <a:custClr name="Magenta shade 5">
      <a:srgbClr val="EA3E98"/>
    </a:custClr>
    <a:custClr name="Magenta shade 6">
      <a:srgbClr val="B2005D"/>
    </a:custClr>
    <a:custClr name="Magenta shade 7">
      <a:srgbClr val="990050"/>
    </a:custClr>
    <a:custClr name="Magenta shade 8">
      <a:srgbClr val="660035"/>
    </a:custClr>
  </a:custClrLst>
  <a:extLst>
    <a:ext uri="{05A4C25C-085E-4340-85A3-A5531E510DB2}">
      <thm15:themeFamily xmlns:thm15="http://schemas.microsoft.com/office/thememl/2012/main" name="UQA_2025_PPT Template_ Group Services - BLANK.pptx" id="{668B4090-A402-41AB-A0D0-73560547C423}" vid="{1BD369DA-62EB-4157-B312-CAF650051A9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70c394-25a2-4898-bf71-933612759e1d">
      <Terms xmlns="http://schemas.microsoft.com/office/infopath/2007/PartnerControls"/>
    </lcf76f155ced4ddcb4097134ff3c332f>
    <TaxCatchAll xmlns="397ef267-b306-4bfe-a83f-97d1fb1fcab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1690D59D6FD8A4A90A500D87B458B35" ma:contentTypeVersion="17" ma:contentTypeDescription="Ein neues Dokument erstellen." ma:contentTypeScope="" ma:versionID="9244a0d7e807a8188a45843068ffa91b">
  <xsd:schema xmlns:xsd="http://www.w3.org/2001/XMLSchema" xmlns:xs="http://www.w3.org/2001/XMLSchema" xmlns:p="http://schemas.microsoft.com/office/2006/metadata/properties" xmlns:ns2="7e70c394-25a2-4898-bf71-933612759e1d" xmlns:ns3="397ef267-b306-4bfe-a83f-97d1fb1fcabc" targetNamespace="http://schemas.microsoft.com/office/2006/metadata/properties" ma:root="true" ma:fieldsID="2772c6ff35c6009c523f7ad614f4c784" ns2:_="" ns3:_="">
    <xsd:import namespace="7e70c394-25a2-4898-bf71-933612759e1d"/>
    <xsd:import namespace="397ef267-b306-4bfe-a83f-97d1fb1fca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70c394-25a2-4898-bf71-933612759e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10086053-a88a-47f9-b863-8646c5792d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7ef267-b306-4bfe-a83f-97d1fb1fcab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eb444e5-f8c7-4601-b349-952e9620a1fb}" ma:internalName="TaxCatchAll" ma:showField="CatchAllData" ma:web="397ef267-b306-4bfe-a83f-97d1fb1fca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7AD6263-FFDE-4E73-8058-40656BE3C9D2}">
  <ds:schemaRefs>
    <ds:schemaRef ds:uri="http://www.w3.org/XML/1998/namespace"/>
    <ds:schemaRef ds:uri="http://purl.org/dc/terms/"/>
    <ds:schemaRef ds:uri="4a10f5d1-9e0e-4dc0-8c64-1cb98c90fcaf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9c1caba1-c074-4085-93a0-8d7edfe69ea8"/>
    <ds:schemaRef ds:uri="7e70c394-25a2-4898-bf71-933612759e1d"/>
    <ds:schemaRef ds:uri="397ef267-b306-4bfe-a83f-97d1fb1fcabc"/>
  </ds:schemaRefs>
</ds:datastoreItem>
</file>

<file path=customXml/itemProps2.xml><?xml version="1.0" encoding="utf-8"?>
<ds:datastoreItem xmlns:ds="http://schemas.openxmlformats.org/officeDocument/2006/customXml" ds:itemID="{47DA25BF-CE66-401E-8FF6-548296B606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E83D06-FCE4-455A-93F2-826D119CF1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e70c394-25a2-4898-bf71-933612759e1d"/>
    <ds:schemaRef ds:uri="397ef267-b306-4bfe-a83f-97d1fb1fca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9b345a9e-3537-4ac3-a0ea-e5ab4fe760bd}" enabled="1" method="Privileged" siteId="{bd9f112b-82b0-45f6-b02e-1175bb945e3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UQA_2025_PPT Template_ Group Services - BLANK</Template>
  <TotalTime>0</TotalTime>
  <Words>317</Words>
  <Application>Microsoft Office PowerPoint</Application>
  <PresentationFormat>Breitbild</PresentationFormat>
  <Paragraphs>53</Paragraphs>
  <Slides>4</Slides>
  <Notes>2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2</vt:i4>
      </vt:variant>
      <vt:variant>
        <vt:lpstr>Folientitel</vt:lpstr>
      </vt:variant>
      <vt:variant>
        <vt:i4>4</vt:i4>
      </vt:variant>
    </vt:vector>
  </HeadingPairs>
  <TitlesOfParts>
    <vt:vector size="10" baseType="lpstr">
      <vt:lpstr>Arial</vt:lpstr>
      <vt:lpstr>Calibri</vt:lpstr>
      <vt:lpstr>Times New Roman</vt:lpstr>
      <vt:lpstr>UNIQA PPT Template 2025</vt:lpstr>
      <vt:lpstr>think-cell Slide</vt:lpstr>
      <vt:lpstr>think-cell Folie</vt:lpstr>
      <vt:lpstr>PowerPoint-Präsentation</vt:lpstr>
      <vt:lpstr>Funnelübersicht Online-Abschluss: Erstmalige Preisanzeige und finaler Preis führen zum höchsten Drop-off </vt:lpstr>
      <vt:lpstr>Funnelübersicht Online-Abschluss: Erstmalige Preisanzeige und finaler Preis führen zum höchsten Drop-off </vt:lpstr>
      <vt:lpstr>Wo kommt der Rechner-Traffic her?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Barbara Liebich-Steiner</dc:creator>
  <cp:lastModifiedBy>Catarina Bogensperger-Held</cp:lastModifiedBy>
  <cp:revision>2</cp:revision>
  <dcterms:created xsi:type="dcterms:W3CDTF">2026-03-09T14:49:26Z</dcterms:created>
  <dcterms:modified xsi:type="dcterms:W3CDTF">2026-05-28T19:03:12Z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0x01010011690D59D6FD8A4A90A500D87B458B35</vt:lpwstr>
  </property>
  <property fmtid="{D5CDD505-2E9C-101B-9397-08002B2CF9AE}" pid="3" name="MediaServiceImageTags">
    <vt:lpwstr/>
  </property>
</Properties>
</file>